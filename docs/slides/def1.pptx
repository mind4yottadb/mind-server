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7" r:id="rId4"/>
    <p:sldId id="258" r:id="rId5"/>
    <p:sldId id="264" r:id="rId6"/>
    <p:sldId id="259" r:id="rId7"/>
    <p:sldId id="266" r:id="rId8"/>
    <p:sldId id="263" r:id="rId9"/>
    <p:sldId id="260" r:id="rId10"/>
    <p:sldId id="268" r:id="rId11"/>
    <p:sldId id="270" r:id="rId12"/>
    <p:sldId id="27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6C4E6A-2C60-4428-8C91-27910EF058EC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94FA1A-CAFE-4FC9-B29F-017F3AF231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Isolate you back-end server(s) from the database</a:t>
          </a:r>
          <a:r>
            <a:rPr lang="en-NL" dirty="0"/>
            <a:t>​</a:t>
          </a:r>
          <a:endParaRPr lang="en-US" dirty="0"/>
        </a:p>
      </dgm:t>
    </dgm:pt>
    <dgm:pt modelId="{B692412B-C32F-404E-A62A-E42191694563}" type="parTrans" cxnId="{CECC1115-8D04-4BE9-A207-B030BD568392}">
      <dgm:prSet/>
      <dgm:spPr/>
      <dgm:t>
        <a:bodyPr/>
        <a:lstStyle/>
        <a:p>
          <a:endParaRPr lang="en-US"/>
        </a:p>
      </dgm:t>
    </dgm:pt>
    <dgm:pt modelId="{3AB04008-29BA-487D-8C45-AE18FA21868B}" type="sibTrans" cxnId="{CECC1115-8D04-4BE9-A207-B030BD56839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6204C76-8052-4671-8722-9895BD95AC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Execute MUMPS procedure remotely using sockets using your preferred programming language. </a:t>
          </a:r>
        </a:p>
        <a:p>
          <a:pPr>
            <a:lnSpc>
              <a:spcPct val="100000"/>
            </a:lnSpc>
          </a:pPr>
          <a:r>
            <a:rPr lang="en-US" dirty="0"/>
            <a:t>This will isolate your database server from your back-end server(s), allowing horizontal scalability with no worries…</a:t>
          </a:r>
        </a:p>
      </dgm:t>
    </dgm:pt>
    <dgm:pt modelId="{0923777E-212F-46F7-9676-1B1CD76B367F}" type="parTrans" cxnId="{1FF11245-068A-4CA3-BCBC-AA141B75607D}">
      <dgm:prSet/>
      <dgm:spPr/>
      <dgm:t>
        <a:bodyPr/>
        <a:lstStyle/>
        <a:p>
          <a:endParaRPr lang="en-US"/>
        </a:p>
      </dgm:t>
    </dgm:pt>
    <dgm:pt modelId="{2AE3F090-A320-4B38-A931-78BE74ADF0F7}" type="sibTrans" cxnId="{1FF11245-068A-4CA3-BCBC-AA141B75607D}">
      <dgm:prSet/>
      <dgm:spPr/>
      <dgm:t>
        <a:bodyPr/>
        <a:lstStyle/>
        <a:p>
          <a:endParaRPr lang="en-US"/>
        </a:p>
      </dgm:t>
    </dgm:pt>
    <dgm:pt modelId="{768B9187-70A7-4F24-98C9-4549D9A80F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Focus M development on database procedures</a:t>
          </a:r>
        </a:p>
      </dgm:t>
    </dgm:pt>
    <dgm:pt modelId="{28680839-1F10-452B-8A00-49D86D2208FE}" type="parTrans" cxnId="{0FF7CFDA-06D0-49E7-971D-B87E044D11AB}">
      <dgm:prSet/>
      <dgm:spPr/>
      <dgm:t>
        <a:bodyPr/>
        <a:lstStyle/>
        <a:p>
          <a:endParaRPr lang="en-US"/>
        </a:p>
      </dgm:t>
    </dgm:pt>
    <dgm:pt modelId="{E137F926-3C8F-4C45-8350-903EA88D75AF}" type="sibTrans" cxnId="{0FF7CFDA-06D0-49E7-971D-B87E044D11A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4C74B0FE-0F44-43D7-940D-B9AF6ABF1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By removing the need to write extra code for communication and data conversion, MUMPS programmers can focus on data.</a:t>
          </a:r>
        </a:p>
        <a:p>
          <a:pPr>
            <a:lnSpc>
              <a:spcPct val="100000"/>
            </a:lnSpc>
          </a:pPr>
          <a:r>
            <a:rPr lang="en-US" dirty="0"/>
            <a:t>We natively support JSON / Objects in and out.</a:t>
          </a:r>
        </a:p>
      </dgm:t>
    </dgm:pt>
    <dgm:pt modelId="{E239FEBF-B4AE-47D3-8223-FDECC72F0B62}" type="parTrans" cxnId="{3288A1A6-BC96-42D9-B282-F903D3D28B27}">
      <dgm:prSet/>
      <dgm:spPr/>
      <dgm:t>
        <a:bodyPr/>
        <a:lstStyle/>
        <a:p>
          <a:endParaRPr lang="en-US"/>
        </a:p>
      </dgm:t>
    </dgm:pt>
    <dgm:pt modelId="{44570744-E566-439D-B1FF-599460901ED9}" type="sibTrans" cxnId="{3288A1A6-BC96-42D9-B282-F903D3D28B27}">
      <dgm:prSet/>
      <dgm:spPr/>
      <dgm:t>
        <a:bodyPr/>
        <a:lstStyle/>
        <a:p>
          <a:endParaRPr lang="en-US"/>
        </a:p>
      </dgm:t>
    </dgm:pt>
    <dgm:pt modelId="{FBA685A8-C4ED-4A44-BA15-A95087C2236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Execute your MUMPS code remotely from multiple languages</a:t>
          </a:r>
        </a:p>
      </dgm:t>
    </dgm:pt>
    <dgm:pt modelId="{DF0B6627-E6C7-4B6F-AEF0-D5B4D98FAE0D}" type="parTrans" cxnId="{741CCF7E-FAFA-4680-999D-03CF38C0793B}">
      <dgm:prSet/>
      <dgm:spPr/>
      <dgm:t>
        <a:bodyPr/>
        <a:lstStyle/>
        <a:p>
          <a:endParaRPr lang="en-US"/>
        </a:p>
      </dgm:t>
    </dgm:pt>
    <dgm:pt modelId="{AD175B27-BF85-41B6-9B87-24460515CD3C}" type="sibTrans" cxnId="{741CCF7E-FAFA-4680-999D-03CF38C0793B}">
      <dgm:prSet/>
      <dgm:spPr/>
      <dgm:t>
        <a:bodyPr/>
        <a:lstStyle/>
        <a:p>
          <a:endParaRPr lang="en-US"/>
        </a:p>
      </dgm:t>
    </dgm:pt>
    <dgm:pt modelId="{FABA06FE-F150-48B5-B3D7-2915E3C41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Your MUMPS code can be remotely executed from several programming languages.</a:t>
          </a:r>
        </a:p>
        <a:p>
          <a:pPr>
            <a:lnSpc>
              <a:spcPct val="100000"/>
            </a:lnSpc>
          </a:pPr>
          <a:endParaRPr lang="en-US" dirty="0"/>
        </a:p>
        <a:p>
          <a:pPr>
            <a:lnSpc>
              <a:spcPct val="100000"/>
            </a:lnSpc>
          </a:pPr>
          <a:r>
            <a:rPr lang="en-US" dirty="0"/>
            <a:t>Currently nodejs is fully supported.</a:t>
          </a:r>
        </a:p>
        <a:p>
          <a:pPr>
            <a:lnSpc>
              <a:spcPct val="100000"/>
            </a:lnSpc>
          </a:pPr>
          <a:r>
            <a:rPr lang="en-US" dirty="0"/>
            <a:t>Soon Java, Go and .NET drivers will be available</a:t>
          </a:r>
        </a:p>
      </dgm:t>
    </dgm:pt>
    <dgm:pt modelId="{AF3000A7-0375-4FA4-B30C-7D0027C5A577}" type="parTrans" cxnId="{31032E6F-283D-4219-981D-934A8C3F1D57}">
      <dgm:prSet/>
      <dgm:spPr/>
      <dgm:t>
        <a:bodyPr/>
        <a:lstStyle/>
        <a:p>
          <a:endParaRPr lang="en-US"/>
        </a:p>
      </dgm:t>
    </dgm:pt>
    <dgm:pt modelId="{A35B9477-3565-4F41-85B7-3C421108E7F6}" type="sibTrans" cxnId="{31032E6F-283D-4219-981D-934A8C3F1D57}">
      <dgm:prSet/>
      <dgm:spPr/>
      <dgm:t>
        <a:bodyPr/>
        <a:lstStyle/>
        <a:p>
          <a:endParaRPr lang="en-US"/>
        </a:p>
      </dgm:t>
    </dgm:pt>
    <dgm:pt modelId="{3171E97B-CDE9-41AD-B264-8ADEE4D73563}" type="pres">
      <dgm:prSet presAssocID="{996C4E6A-2C60-4428-8C91-27910EF058EC}" presName="Name0" presStyleCnt="0">
        <dgm:presLayoutVars>
          <dgm:dir/>
          <dgm:resizeHandles val="exact"/>
        </dgm:presLayoutVars>
      </dgm:prSet>
      <dgm:spPr/>
    </dgm:pt>
    <dgm:pt modelId="{673D3BE1-0B49-408D-A9B7-2ACE218FD35D}" type="pres">
      <dgm:prSet presAssocID="{D594FA1A-CAFE-4FC9-B29F-017F3AF2316D}" presName="compNode" presStyleCnt="0"/>
      <dgm:spPr/>
    </dgm:pt>
    <dgm:pt modelId="{018F7438-E01D-44D7-ADD6-157BC62500E3}" type="pres">
      <dgm:prSet presAssocID="{D594FA1A-CAFE-4FC9-B29F-017F3AF2316D}" presName="pictRect" presStyleLbl="revTx" presStyleIdx="0" presStyleCnt="6">
        <dgm:presLayoutVars>
          <dgm:chMax val="0"/>
          <dgm:bulletEnabled/>
        </dgm:presLayoutVars>
      </dgm:prSet>
      <dgm:spPr/>
    </dgm:pt>
    <dgm:pt modelId="{5C90C3CA-0AA3-4EBE-B50C-5D1938624D21}" type="pres">
      <dgm:prSet presAssocID="{D594FA1A-CAFE-4FC9-B29F-017F3AF2316D}" presName="textRect" presStyleLbl="revTx" presStyleIdx="1" presStyleCnt="6">
        <dgm:presLayoutVars>
          <dgm:bulletEnabled/>
        </dgm:presLayoutVars>
      </dgm:prSet>
      <dgm:spPr/>
    </dgm:pt>
    <dgm:pt modelId="{4CD37533-18BB-44AF-9438-CA8C06D267FF}" type="pres">
      <dgm:prSet presAssocID="{3AB04008-29BA-487D-8C45-AE18FA21868B}" presName="sibTrans" presStyleLbl="sibTrans2D1" presStyleIdx="0" presStyleCnt="0"/>
      <dgm:spPr/>
    </dgm:pt>
    <dgm:pt modelId="{4A15BD43-FC5C-486B-BBDD-003A13A15493}" type="pres">
      <dgm:prSet presAssocID="{768B9187-70A7-4F24-98C9-4549D9A80F20}" presName="compNode" presStyleCnt="0"/>
      <dgm:spPr/>
    </dgm:pt>
    <dgm:pt modelId="{58CF0B87-5490-46B7-A456-64A277CB332C}" type="pres">
      <dgm:prSet presAssocID="{768B9187-70A7-4F24-98C9-4549D9A80F20}" presName="pictRect" presStyleLbl="revTx" presStyleIdx="2" presStyleCnt="6">
        <dgm:presLayoutVars>
          <dgm:chMax val="0"/>
          <dgm:bulletEnabled/>
        </dgm:presLayoutVars>
      </dgm:prSet>
      <dgm:spPr/>
    </dgm:pt>
    <dgm:pt modelId="{8BB355F9-6CC2-4480-9B7E-D892D65FD34C}" type="pres">
      <dgm:prSet presAssocID="{768B9187-70A7-4F24-98C9-4549D9A80F20}" presName="textRect" presStyleLbl="revTx" presStyleIdx="3" presStyleCnt="6">
        <dgm:presLayoutVars>
          <dgm:bulletEnabled/>
        </dgm:presLayoutVars>
      </dgm:prSet>
      <dgm:spPr/>
    </dgm:pt>
    <dgm:pt modelId="{412E2C94-E9BF-4E2B-961F-50EF83661C9E}" type="pres">
      <dgm:prSet presAssocID="{E137F926-3C8F-4C45-8350-903EA88D75AF}" presName="sibTrans" presStyleLbl="sibTrans2D1" presStyleIdx="0" presStyleCnt="0"/>
      <dgm:spPr/>
    </dgm:pt>
    <dgm:pt modelId="{00797D44-CAE9-428C-9B5E-3CE638B13212}" type="pres">
      <dgm:prSet presAssocID="{FBA685A8-C4ED-4A44-BA15-A95087C22363}" presName="compNode" presStyleCnt="0"/>
      <dgm:spPr/>
    </dgm:pt>
    <dgm:pt modelId="{E38D88DE-6630-449F-B815-64F25EB69547}" type="pres">
      <dgm:prSet presAssocID="{FBA685A8-C4ED-4A44-BA15-A95087C22363}" presName="pictRect" presStyleLbl="revTx" presStyleIdx="4" presStyleCnt="6">
        <dgm:presLayoutVars>
          <dgm:chMax val="0"/>
          <dgm:bulletEnabled/>
        </dgm:presLayoutVars>
      </dgm:prSet>
      <dgm:spPr/>
    </dgm:pt>
    <dgm:pt modelId="{6BD7537A-36A9-42F0-9C36-0D4BA2D0752A}" type="pres">
      <dgm:prSet presAssocID="{FBA685A8-C4ED-4A44-BA15-A95087C22363}" presName="textRect" presStyleLbl="revTx" presStyleIdx="5" presStyleCnt="6">
        <dgm:presLayoutVars>
          <dgm:bulletEnabled/>
        </dgm:presLayoutVars>
      </dgm:prSet>
      <dgm:spPr/>
    </dgm:pt>
  </dgm:ptLst>
  <dgm:cxnLst>
    <dgm:cxn modelId="{DDF2940A-F6E0-4997-AAE2-648645F08E17}" type="presOf" srcId="{06204C76-8052-4671-8722-9895BD95AC98}" destId="{5C90C3CA-0AA3-4EBE-B50C-5D1938624D21}" srcOrd="0" destOrd="0" presId="urn:microsoft.com/office/officeart/2024/3/layout/hArchList1"/>
    <dgm:cxn modelId="{CECC1115-8D04-4BE9-A207-B030BD568392}" srcId="{996C4E6A-2C60-4428-8C91-27910EF058EC}" destId="{D594FA1A-CAFE-4FC9-B29F-017F3AF2316D}" srcOrd="0" destOrd="0" parTransId="{B692412B-C32F-404E-A62A-E42191694563}" sibTransId="{3AB04008-29BA-487D-8C45-AE18FA21868B}"/>
    <dgm:cxn modelId="{1FF11245-068A-4CA3-BCBC-AA141B75607D}" srcId="{D594FA1A-CAFE-4FC9-B29F-017F3AF2316D}" destId="{06204C76-8052-4671-8722-9895BD95AC98}" srcOrd="0" destOrd="0" parTransId="{0923777E-212F-46F7-9676-1B1CD76B367F}" sibTransId="{2AE3F090-A320-4B38-A931-78BE74ADF0F7}"/>
    <dgm:cxn modelId="{31032E6F-283D-4219-981D-934A8C3F1D57}" srcId="{FBA685A8-C4ED-4A44-BA15-A95087C22363}" destId="{FABA06FE-F150-48B5-B3D7-2915E3C41ABD}" srcOrd="0" destOrd="0" parTransId="{AF3000A7-0375-4FA4-B30C-7D0027C5A577}" sibTransId="{A35B9477-3565-4F41-85B7-3C421108E7F6}"/>
    <dgm:cxn modelId="{4EB14D50-0BE8-44B7-B0ED-20AF98688208}" type="presOf" srcId="{D594FA1A-CAFE-4FC9-B29F-017F3AF2316D}" destId="{018F7438-E01D-44D7-ADD6-157BC62500E3}" srcOrd="0" destOrd="0" presId="urn:microsoft.com/office/officeart/2024/3/layout/hArchList1"/>
    <dgm:cxn modelId="{8751CB53-A34D-4D74-96E9-F33F78145E44}" type="presOf" srcId="{4C74B0FE-0F44-43D7-940D-B9AF6ABF1025}" destId="{8BB355F9-6CC2-4480-9B7E-D892D65FD34C}" srcOrd="0" destOrd="0" presId="urn:microsoft.com/office/officeart/2024/3/layout/hArchList1"/>
    <dgm:cxn modelId="{741CCF7E-FAFA-4680-999D-03CF38C0793B}" srcId="{996C4E6A-2C60-4428-8C91-27910EF058EC}" destId="{FBA685A8-C4ED-4A44-BA15-A95087C22363}" srcOrd="2" destOrd="0" parTransId="{DF0B6627-E6C7-4B6F-AEF0-D5B4D98FAE0D}" sibTransId="{AD175B27-BF85-41B6-9B87-24460515CD3C}"/>
    <dgm:cxn modelId="{F9C27788-6155-4D67-9148-A15D947826D9}" type="presOf" srcId="{E137F926-3C8F-4C45-8350-903EA88D75AF}" destId="{412E2C94-E9BF-4E2B-961F-50EF83661C9E}" srcOrd="0" destOrd="0" presId="urn:microsoft.com/office/officeart/2024/3/layout/hArchList1"/>
    <dgm:cxn modelId="{90D0B78A-3093-48CA-B566-D8F83E1C62F4}" type="presOf" srcId="{FABA06FE-F150-48B5-B3D7-2915E3C41ABD}" destId="{6BD7537A-36A9-42F0-9C36-0D4BA2D0752A}" srcOrd="0" destOrd="0" presId="urn:microsoft.com/office/officeart/2024/3/layout/hArchList1"/>
    <dgm:cxn modelId="{1130308E-6FD5-49B0-A10A-C8B0790C6169}" type="presOf" srcId="{996C4E6A-2C60-4428-8C91-27910EF058EC}" destId="{3171E97B-CDE9-41AD-B264-8ADEE4D73563}" srcOrd="0" destOrd="0" presId="urn:microsoft.com/office/officeart/2024/3/layout/hArchList1"/>
    <dgm:cxn modelId="{3288A1A6-BC96-42D9-B282-F903D3D28B27}" srcId="{768B9187-70A7-4F24-98C9-4549D9A80F20}" destId="{4C74B0FE-0F44-43D7-940D-B9AF6ABF1025}" srcOrd="0" destOrd="0" parTransId="{E239FEBF-B4AE-47D3-8223-FDECC72F0B62}" sibTransId="{44570744-E566-439D-B1FF-599460901ED9}"/>
    <dgm:cxn modelId="{F5436CBB-FFC4-476C-A72C-FCC4912D1A20}" type="presOf" srcId="{3AB04008-29BA-487D-8C45-AE18FA21868B}" destId="{4CD37533-18BB-44AF-9438-CA8C06D267FF}" srcOrd="0" destOrd="0" presId="urn:microsoft.com/office/officeart/2024/3/layout/hArchList1"/>
    <dgm:cxn modelId="{9CF0ACC5-0FD7-40B2-9093-A87E6B8E83E0}" type="presOf" srcId="{FBA685A8-C4ED-4A44-BA15-A95087C22363}" destId="{E38D88DE-6630-449F-B815-64F25EB69547}" srcOrd="0" destOrd="0" presId="urn:microsoft.com/office/officeart/2024/3/layout/hArchList1"/>
    <dgm:cxn modelId="{0FF7CFDA-06D0-49E7-971D-B87E044D11AB}" srcId="{996C4E6A-2C60-4428-8C91-27910EF058EC}" destId="{768B9187-70A7-4F24-98C9-4549D9A80F20}" srcOrd="1" destOrd="0" parTransId="{28680839-1F10-452B-8A00-49D86D2208FE}" sibTransId="{E137F926-3C8F-4C45-8350-903EA88D75AF}"/>
    <dgm:cxn modelId="{62A3DAFA-BA0C-40A9-B337-7301E3ADE005}" type="presOf" srcId="{768B9187-70A7-4F24-98C9-4549D9A80F20}" destId="{58CF0B87-5490-46B7-A456-64A277CB332C}" srcOrd="0" destOrd="0" presId="urn:microsoft.com/office/officeart/2024/3/layout/hArchList1"/>
    <dgm:cxn modelId="{C8DFC97D-CADE-45F0-96DD-94489EE78FD7}" type="presParOf" srcId="{3171E97B-CDE9-41AD-B264-8ADEE4D73563}" destId="{673D3BE1-0B49-408D-A9B7-2ACE218FD35D}" srcOrd="0" destOrd="0" presId="urn:microsoft.com/office/officeart/2024/3/layout/hArchList1"/>
    <dgm:cxn modelId="{F13F0BE2-ACCE-4C12-839B-62AD62993522}" type="presParOf" srcId="{673D3BE1-0B49-408D-A9B7-2ACE218FD35D}" destId="{018F7438-E01D-44D7-ADD6-157BC62500E3}" srcOrd="0" destOrd="0" presId="urn:microsoft.com/office/officeart/2024/3/layout/hArchList1"/>
    <dgm:cxn modelId="{1A1391E1-C6BB-44AB-BF9E-F4562002FF82}" type="presParOf" srcId="{673D3BE1-0B49-408D-A9B7-2ACE218FD35D}" destId="{5C90C3CA-0AA3-4EBE-B50C-5D1938624D21}" srcOrd="1" destOrd="0" presId="urn:microsoft.com/office/officeart/2024/3/layout/hArchList1"/>
    <dgm:cxn modelId="{4EACBFCC-C883-427C-B9E3-35809C8DB133}" type="presParOf" srcId="{3171E97B-CDE9-41AD-B264-8ADEE4D73563}" destId="{4CD37533-18BB-44AF-9438-CA8C06D267FF}" srcOrd="1" destOrd="0" presId="urn:microsoft.com/office/officeart/2024/3/layout/hArchList1"/>
    <dgm:cxn modelId="{A5517929-948F-417A-96F3-150D5842B989}" type="presParOf" srcId="{3171E97B-CDE9-41AD-B264-8ADEE4D73563}" destId="{4A15BD43-FC5C-486B-BBDD-003A13A15493}" srcOrd="2" destOrd="0" presId="urn:microsoft.com/office/officeart/2024/3/layout/hArchList1"/>
    <dgm:cxn modelId="{7EAB0DCC-4A3E-4BAD-A024-96D02FA83D5F}" type="presParOf" srcId="{4A15BD43-FC5C-486B-BBDD-003A13A15493}" destId="{58CF0B87-5490-46B7-A456-64A277CB332C}" srcOrd="0" destOrd="0" presId="urn:microsoft.com/office/officeart/2024/3/layout/hArchList1"/>
    <dgm:cxn modelId="{BB145198-21E7-4027-A4B9-2726336379E9}" type="presParOf" srcId="{4A15BD43-FC5C-486B-BBDD-003A13A15493}" destId="{8BB355F9-6CC2-4480-9B7E-D892D65FD34C}" srcOrd="1" destOrd="0" presId="urn:microsoft.com/office/officeart/2024/3/layout/hArchList1"/>
    <dgm:cxn modelId="{40989DB8-D07F-4546-8477-1E20B00C5F94}" type="presParOf" srcId="{3171E97B-CDE9-41AD-B264-8ADEE4D73563}" destId="{412E2C94-E9BF-4E2B-961F-50EF83661C9E}" srcOrd="3" destOrd="0" presId="urn:microsoft.com/office/officeart/2024/3/layout/hArchList1"/>
    <dgm:cxn modelId="{79D11CA7-4281-4D51-90B4-FFDA8B7C0A88}" type="presParOf" srcId="{3171E97B-CDE9-41AD-B264-8ADEE4D73563}" destId="{00797D44-CAE9-428C-9B5E-3CE638B13212}" srcOrd="4" destOrd="0" presId="urn:microsoft.com/office/officeart/2024/3/layout/hArchList1"/>
    <dgm:cxn modelId="{55407148-61E0-4DC2-9736-B07C877D2632}" type="presParOf" srcId="{00797D44-CAE9-428C-9B5E-3CE638B13212}" destId="{E38D88DE-6630-449F-B815-64F25EB69547}" srcOrd="0" destOrd="0" presId="urn:microsoft.com/office/officeart/2024/3/layout/hArchList1"/>
    <dgm:cxn modelId="{412E8A68-131D-4EEB-83B1-4DB0F707EED3}" type="presParOf" srcId="{00797D44-CAE9-428C-9B5E-3CE638B13212}" destId="{6BD7537A-36A9-42F0-9C36-0D4BA2D0752A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96C4E6A-2C60-4428-8C91-27910EF058EC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594FA1A-CAFE-4FC9-B29F-017F3AF2316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Easy to install,</a:t>
          </a:r>
        </a:p>
        <a:p>
          <a:pPr>
            <a:lnSpc>
              <a:spcPct val="100000"/>
            </a:lnSpc>
            <a:defRPr b="1"/>
          </a:pPr>
          <a:r>
            <a:rPr lang="en-US" dirty="0"/>
            <a:t>Simple to run…</a:t>
          </a:r>
        </a:p>
      </dgm:t>
    </dgm:pt>
    <dgm:pt modelId="{B692412B-C32F-404E-A62A-E42191694563}" type="parTrans" cxnId="{CECC1115-8D04-4BE9-A207-B030BD568392}">
      <dgm:prSet/>
      <dgm:spPr/>
      <dgm:t>
        <a:bodyPr/>
        <a:lstStyle/>
        <a:p>
          <a:endParaRPr lang="en-US"/>
        </a:p>
      </dgm:t>
    </dgm:pt>
    <dgm:pt modelId="{3AB04008-29BA-487D-8C45-AE18FA21868B}" type="sibTrans" cxnId="{CECC1115-8D04-4BE9-A207-B030BD568392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06204C76-8052-4671-8722-9895BD95AC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MIND Server gets installed as standard YottaDB plugin on top of your YottaDB installation with a one-liner command.</a:t>
          </a:r>
        </a:p>
        <a:p>
          <a:pPr>
            <a:lnSpc>
              <a:spcPct val="100000"/>
            </a:lnSpc>
          </a:pPr>
          <a:r>
            <a:rPr lang="en-US" dirty="0"/>
            <a:t>You can then either run it directly of configure it using the .conf file or command line switches.</a:t>
          </a:r>
        </a:p>
      </dgm:t>
    </dgm:pt>
    <dgm:pt modelId="{0923777E-212F-46F7-9676-1B1CD76B367F}" type="parTrans" cxnId="{1FF11245-068A-4CA3-BCBC-AA141B75607D}">
      <dgm:prSet/>
      <dgm:spPr/>
      <dgm:t>
        <a:bodyPr/>
        <a:lstStyle/>
        <a:p>
          <a:endParaRPr lang="en-US"/>
        </a:p>
      </dgm:t>
    </dgm:pt>
    <dgm:pt modelId="{2AE3F090-A320-4B38-A931-78BE74ADF0F7}" type="sibTrans" cxnId="{1FF11245-068A-4CA3-BCBC-AA141B75607D}">
      <dgm:prSet/>
      <dgm:spPr/>
      <dgm:t>
        <a:bodyPr/>
        <a:lstStyle/>
        <a:p>
          <a:endParaRPr lang="en-US"/>
        </a:p>
      </dgm:t>
    </dgm:pt>
    <dgm:pt modelId="{768B9187-70A7-4F24-98C9-4549D9A80F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Designed putting both MUMPS and back-end developers first</a:t>
          </a:r>
        </a:p>
      </dgm:t>
    </dgm:pt>
    <dgm:pt modelId="{28680839-1F10-452B-8A00-49D86D2208FE}" type="parTrans" cxnId="{0FF7CFDA-06D0-49E7-971D-B87E044D11AB}">
      <dgm:prSet/>
      <dgm:spPr/>
      <dgm:t>
        <a:bodyPr/>
        <a:lstStyle/>
        <a:p>
          <a:endParaRPr lang="en-US"/>
        </a:p>
      </dgm:t>
    </dgm:pt>
    <dgm:pt modelId="{E137F926-3C8F-4C45-8350-903EA88D75AF}" type="sibTrans" cxnId="{0FF7CFDA-06D0-49E7-971D-B87E044D11A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4C74B0FE-0F44-43D7-940D-B9AF6ABF10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Keeping in mind that back-end languages use data-types and Objects, we created data translators to move data to and from YottaDB.</a:t>
          </a:r>
        </a:p>
        <a:p>
          <a:pPr>
            <a:lnSpc>
              <a:spcPct val="100000"/>
            </a:lnSpc>
          </a:pPr>
          <a:r>
            <a:rPr lang="en-US" dirty="0"/>
            <a:t>And, of course, we support JSON in both directions.</a:t>
          </a:r>
        </a:p>
      </dgm:t>
    </dgm:pt>
    <dgm:pt modelId="{E239FEBF-B4AE-47D3-8223-FDECC72F0B62}" type="parTrans" cxnId="{3288A1A6-BC96-42D9-B282-F903D3D28B27}">
      <dgm:prSet/>
      <dgm:spPr/>
      <dgm:t>
        <a:bodyPr/>
        <a:lstStyle/>
        <a:p>
          <a:endParaRPr lang="en-US"/>
        </a:p>
      </dgm:t>
    </dgm:pt>
    <dgm:pt modelId="{44570744-E566-439D-B1FF-599460901ED9}" type="sibTrans" cxnId="{3288A1A6-BC96-42D9-B282-F903D3D28B27}">
      <dgm:prSet/>
      <dgm:spPr/>
      <dgm:t>
        <a:bodyPr/>
        <a:lstStyle/>
        <a:p>
          <a:endParaRPr lang="en-US"/>
        </a:p>
      </dgm:t>
    </dgm:pt>
    <dgm:pt modelId="{FBA685A8-C4ED-4A44-BA15-A95087C22363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ZERO coding needed in the client (back-end) driver.</a:t>
          </a:r>
        </a:p>
      </dgm:t>
    </dgm:pt>
    <dgm:pt modelId="{DF0B6627-E6C7-4B6F-AEF0-D5B4D98FAE0D}" type="parTrans" cxnId="{741CCF7E-FAFA-4680-999D-03CF38C0793B}">
      <dgm:prSet/>
      <dgm:spPr/>
      <dgm:t>
        <a:bodyPr/>
        <a:lstStyle/>
        <a:p>
          <a:endParaRPr lang="en-US"/>
        </a:p>
      </dgm:t>
    </dgm:pt>
    <dgm:pt modelId="{AD175B27-BF85-41B6-9B87-24460515CD3C}" type="sibTrans" cxnId="{741CCF7E-FAFA-4680-999D-03CF38C0793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/>
        </a:p>
      </dgm:t>
    </dgm:pt>
    <dgm:pt modelId="{FABA06FE-F150-48B5-B3D7-2915E3C41A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Once you describe your MUMPS functions / procedure in a JSON file, they will “magically” appear in the client driver and ready to use.</a:t>
          </a:r>
        </a:p>
        <a:p>
          <a:pPr>
            <a:lnSpc>
              <a:spcPct val="100000"/>
            </a:lnSpc>
          </a:pPr>
          <a:r>
            <a:rPr lang="en-US" dirty="0"/>
            <a:t>Additionally, automatic  validation of the supplied parameters is performed with no code needed.</a:t>
          </a:r>
        </a:p>
      </dgm:t>
    </dgm:pt>
    <dgm:pt modelId="{AF3000A7-0375-4FA4-B30C-7D0027C5A577}" type="parTrans" cxnId="{31032E6F-283D-4219-981D-934A8C3F1D57}">
      <dgm:prSet/>
      <dgm:spPr/>
      <dgm:t>
        <a:bodyPr/>
        <a:lstStyle/>
        <a:p>
          <a:endParaRPr lang="en-US"/>
        </a:p>
      </dgm:t>
    </dgm:pt>
    <dgm:pt modelId="{A35B9477-3565-4F41-85B7-3C421108E7F6}" type="sibTrans" cxnId="{31032E6F-283D-4219-981D-934A8C3F1D57}">
      <dgm:prSet/>
      <dgm:spPr/>
      <dgm:t>
        <a:bodyPr/>
        <a:lstStyle/>
        <a:p>
          <a:endParaRPr lang="en-US"/>
        </a:p>
      </dgm:t>
    </dgm:pt>
    <dgm:pt modelId="{3AA2FA24-1521-4189-A205-F4F5DE27892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Support your existing M code right away</a:t>
          </a:r>
          <a:endParaRPr lang="en-NL" dirty="0"/>
        </a:p>
      </dgm:t>
    </dgm:pt>
    <dgm:pt modelId="{8EB9754A-2D2C-47B0-86CE-A121140B02A9}" type="parTrans" cxnId="{EE50A9F9-0633-48E6-8993-9AAE38539E93}">
      <dgm:prSet/>
      <dgm:spPr/>
      <dgm:t>
        <a:bodyPr/>
        <a:lstStyle/>
        <a:p>
          <a:endParaRPr lang="en-NL"/>
        </a:p>
      </dgm:t>
    </dgm:pt>
    <dgm:pt modelId="{E9066788-C52E-4A94-AF8C-EFACB72EE811}" type="sibTrans" cxnId="{EE50A9F9-0633-48E6-8993-9AAE38539E93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NL"/>
        </a:p>
      </dgm:t>
    </dgm:pt>
    <dgm:pt modelId="{341895CC-F5AE-4185-A7B4-20DAAD306E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You can call your existing code directly, specifying parameters and (eventual) return value.</a:t>
          </a:r>
          <a:endParaRPr lang="en-NL" dirty="0"/>
        </a:p>
      </dgm:t>
    </dgm:pt>
    <dgm:pt modelId="{51E34353-253B-4A09-907A-C1F0F987F1E7}" type="parTrans" cxnId="{29E62658-E0CD-4D06-ADB0-9341313A866D}">
      <dgm:prSet/>
      <dgm:spPr/>
      <dgm:t>
        <a:bodyPr/>
        <a:lstStyle/>
        <a:p>
          <a:endParaRPr lang="en-NL"/>
        </a:p>
      </dgm:t>
    </dgm:pt>
    <dgm:pt modelId="{5EEB0805-A565-4B85-B7A5-6ACF3C848277}" type="sibTrans" cxnId="{29E62658-E0CD-4D06-ADB0-9341313A866D}">
      <dgm:prSet/>
      <dgm:spPr/>
      <dgm:t>
        <a:bodyPr/>
        <a:lstStyle/>
        <a:p>
          <a:endParaRPr lang="en-NL"/>
        </a:p>
      </dgm:t>
    </dgm:pt>
    <dgm:pt modelId="{C0297382-340E-4BD9-9668-818CC13B2B4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Once you describe your code in the JSON file, it is available in the client right away</a:t>
          </a:r>
          <a:endParaRPr lang="en-NL" dirty="0"/>
        </a:p>
      </dgm:t>
    </dgm:pt>
    <dgm:pt modelId="{0AE2E466-7E32-43D2-AC2C-09CEF94D0E22}" type="parTrans" cxnId="{FBF3D7A3-FCBE-4402-8DBE-E5365C2A14BD}">
      <dgm:prSet/>
      <dgm:spPr/>
      <dgm:t>
        <a:bodyPr/>
        <a:lstStyle/>
        <a:p>
          <a:endParaRPr lang="en-NL"/>
        </a:p>
      </dgm:t>
    </dgm:pt>
    <dgm:pt modelId="{061912DC-B2E0-4F87-B8A9-21B8C40566D7}" type="sibTrans" cxnId="{FBF3D7A3-FCBE-4402-8DBE-E5365C2A14BD}">
      <dgm:prSet/>
      <dgm:spPr/>
      <dgm:t>
        <a:bodyPr/>
        <a:lstStyle/>
        <a:p>
          <a:endParaRPr lang="en-NL"/>
        </a:p>
      </dgm:t>
    </dgm:pt>
    <dgm:pt modelId="{3171E97B-CDE9-41AD-B264-8ADEE4D73563}" type="pres">
      <dgm:prSet presAssocID="{996C4E6A-2C60-4428-8C91-27910EF058EC}" presName="Name0" presStyleCnt="0">
        <dgm:presLayoutVars>
          <dgm:dir/>
          <dgm:resizeHandles val="exact"/>
        </dgm:presLayoutVars>
      </dgm:prSet>
      <dgm:spPr/>
    </dgm:pt>
    <dgm:pt modelId="{673D3BE1-0B49-408D-A9B7-2ACE218FD35D}" type="pres">
      <dgm:prSet presAssocID="{D594FA1A-CAFE-4FC9-B29F-017F3AF2316D}" presName="compNode" presStyleCnt="0"/>
      <dgm:spPr/>
    </dgm:pt>
    <dgm:pt modelId="{018F7438-E01D-44D7-ADD6-157BC62500E3}" type="pres">
      <dgm:prSet presAssocID="{D594FA1A-CAFE-4FC9-B29F-017F3AF2316D}" presName="pictRect" presStyleLbl="revTx" presStyleIdx="0" presStyleCnt="8">
        <dgm:presLayoutVars>
          <dgm:chMax val="0"/>
          <dgm:bulletEnabled/>
        </dgm:presLayoutVars>
      </dgm:prSet>
      <dgm:spPr/>
    </dgm:pt>
    <dgm:pt modelId="{5C90C3CA-0AA3-4EBE-B50C-5D1938624D21}" type="pres">
      <dgm:prSet presAssocID="{D594FA1A-CAFE-4FC9-B29F-017F3AF2316D}" presName="textRect" presStyleLbl="revTx" presStyleIdx="1" presStyleCnt="8">
        <dgm:presLayoutVars>
          <dgm:bulletEnabled/>
        </dgm:presLayoutVars>
      </dgm:prSet>
      <dgm:spPr/>
    </dgm:pt>
    <dgm:pt modelId="{4CD37533-18BB-44AF-9438-CA8C06D267FF}" type="pres">
      <dgm:prSet presAssocID="{3AB04008-29BA-487D-8C45-AE18FA21868B}" presName="sibTrans" presStyleLbl="sibTrans2D1" presStyleIdx="0" presStyleCnt="0"/>
      <dgm:spPr/>
    </dgm:pt>
    <dgm:pt modelId="{4A15BD43-FC5C-486B-BBDD-003A13A15493}" type="pres">
      <dgm:prSet presAssocID="{768B9187-70A7-4F24-98C9-4549D9A80F20}" presName="compNode" presStyleCnt="0"/>
      <dgm:spPr/>
    </dgm:pt>
    <dgm:pt modelId="{58CF0B87-5490-46B7-A456-64A277CB332C}" type="pres">
      <dgm:prSet presAssocID="{768B9187-70A7-4F24-98C9-4549D9A80F20}" presName="pictRect" presStyleLbl="revTx" presStyleIdx="2" presStyleCnt="8">
        <dgm:presLayoutVars>
          <dgm:chMax val="0"/>
          <dgm:bulletEnabled/>
        </dgm:presLayoutVars>
      </dgm:prSet>
      <dgm:spPr/>
    </dgm:pt>
    <dgm:pt modelId="{8BB355F9-6CC2-4480-9B7E-D892D65FD34C}" type="pres">
      <dgm:prSet presAssocID="{768B9187-70A7-4F24-98C9-4549D9A80F20}" presName="textRect" presStyleLbl="revTx" presStyleIdx="3" presStyleCnt="8" custLinFactNeighborX="0" custLinFactNeighborY="3582">
        <dgm:presLayoutVars>
          <dgm:bulletEnabled/>
        </dgm:presLayoutVars>
      </dgm:prSet>
      <dgm:spPr/>
    </dgm:pt>
    <dgm:pt modelId="{412E2C94-E9BF-4E2B-961F-50EF83661C9E}" type="pres">
      <dgm:prSet presAssocID="{E137F926-3C8F-4C45-8350-903EA88D75AF}" presName="sibTrans" presStyleLbl="sibTrans2D1" presStyleIdx="0" presStyleCnt="0"/>
      <dgm:spPr/>
    </dgm:pt>
    <dgm:pt modelId="{00797D44-CAE9-428C-9B5E-3CE638B13212}" type="pres">
      <dgm:prSet presAssocID="{FBA685A8-C4ED-4A44-BA15-A95087C22363}" presName="compNode" presStyleCnt="0"/>
      <dgm:spPr/>
    </dgm:pt>
    <dgm:pt modelId="{E38D88DE-6630-449F-B815-64F25EB69547}" type="pres">
      <dgm:prSet presAssocID="{FBA685A8-C4ED-4A44-BA15-A95087C22363}" presName="pictRect" presStyleLbl="revTx" presStyleIdx="4" presStyleCnt="8">
        <dgm:presLayoutVars>
          <dgm:chMax val="0"/>
          <dgm:bulletEnabled/>
        </dgm:presLayoutVars>
      </dgm:prSet>
      <dgm:spPr/>
    </dgm:pt>
    <dgm:pt modelId="{6BD7537A-36A9-42F0-9C36-0D4BA2D0752A}" type="pres">
      <dgm:prSet presAssocID="{FBA685A8-C4ED-4A44-BA15-A95087C22363}" presName="textRect" presStyleLbl="revTx" presStyleIdx="5" presStyleCnt="8">
        <dgm:presLayoutVars>
          <dgm:bulletEnabled/>
        </dgm:presLayoutVars>
      </dgm:prSet>
      <dgm:spPr/>
    </dgm:pt>
    <dgm:pt modelId="{22C7BBDA-E201-4BCB-B174-C638359A9190}" type="pres">
      <dgm:prSet presAssocID="{AD175B27-BF85-41B6-9B87-24460515CD3C}" presName="sibTrans" presStyleLbl="sibTrans2D1" presStyleIdx="0" presStyleCnt="0"/>
      <dgm:spPr/>
    </dgm:pt>
    <dgm:pt modelId="{84A4A014-22ED-4AEA-9E9D-867A9F401653}" type="pres">
      <dgm:prSet presAssocID="{3AA2FA24-1521-4189-A205-F4F5DE278920}" presName="compNode" presStyleCnt="0"/>
      <dgm:spPr/>
    </dgm:pt>
    <dgm:pt modelId="{76448584-D501-4333-884C-F960C3FAA9BE}" type="pres">
      <dgm:prSet presAssocID="{3AA2FA24-1521-4189-A205-F4F5DE278920}" presName="pictRect" presStyleLbl="revTx" presStyleIdx="6" presStyleCnt="8">
        <dgm:presLayoutVars>
          <dgm:chMax val="0"/>
          <dgm:bulletEnabled/>
        </dgm:presLayoutVars>
      </dgm:prSet>
      <dgm:spPr/>
    </dgm:pt>
    <dgm:pt modelId="{9925560B-C3AD-44BD-A1A3-25292C97D5DC}" type="pres">
      <dgm:prSet presAssocID="{3AA2FA24-1521-4189-A205-F4F5DE278920}" presName="textRect" presStyleLbl="revTx" presStyleIdx="7" presStyleCnt="8">
        <dgm:presLayoutVars>
          <dgm:bulletEnabled/>
        </dgm:presLayoutVars>
      </dgm:prSet>
      <dgm:spPr/>
    </dgm:pt>
  </dgm:ptLst>
  <dgm:cxnLst>
    <dgm:cxn modelId="{E7E6B004-430A-4872-9340-3ACECE2825E4}" type="presOf" srcId="{768B9187-70A7-4F24-98C9-4549D9A80F20}" destId="{58CF0B87-5490-46B7-A456-64A277CB332C}" srcOrd="0" destOrd="0" presId="urn:microsoft.com/office/officeart/2024/3/layout/hArchList1"/>
    <dgm:cxn modelId="{3F8CA406-7939-4295-928C-F9868B166F2F}" type="presOf" srcId="{E137F926-3C8F-4C45-8350-903EA88D75AF}" destId="{412E2C94-E9BF-4E2B-961F-50EF83661C9E}" srcOrd="0" destOrd="0" presId="urn:microsoft.com/office/officeart/2024/3/layout/hArchList1"/>
    <dgm:cxn modelId="{19150107-6B36-4FF7-9783-871469064D76}" type="presOf" srcId="{3AB04008-29BA-487D-8C45-AE18FA21868B}" destId="{4CD37533-18BB-44AF-9438-CA8C06D267FF}" srcOrd="0" destOrd="0" presId="urn:microsoft.com/office/officeart/2024/3/layout/hArchList1"/>
    <dgm:cxn modelId="{CECC1115-8D04-4BE9-A207-B030BD568392}" srcId="{996C4E6A-2C60-4428-8C91-27910EF058EC}" destId="{D594FA1A-CAFE-4FC9-B29F-017F3AF2316D}" srcOrd="0" destOrd="0" parTransId="{B692412B-C32F-404E-A62A-E42191694563}" sibTransId="{3AB04008-29BA-487D-8C45-AE18FA21868B}"/>
    <dgm:cxn modelId="{C456C91E-E619-47D2-B54F-13F0F1774580}" type="presOf" srcId="{FABA06FE-F150-48B5-B3D7-2915E3C41ABD}" destId="{6BD7537A-36A9-42F0-9C36-0D4BA2D0752A}" srcOrd="0" destOrd="0" presId="urn:microsoft.com/office/officeart/2024/3/layout/hArchList1"/>
    <dgm:cxn modelId="{A7C5D724-BF33-4994-B4B6-08D41035EC43}" type="presOf" srcId="{341895CC-F5AE-4185-A7B4-20DAAD306EDB}" destId="{9925560B-C3AD-44BD-A1A3-25292C97D5DC}" srcOrd="0" destOrd="0" presId="urn:microsoft.com/office/officeart/2024/3/layout/hArchList1"/>
    <dgm:cxn modelId="{CDA5292D-7BF0-451F-8FCA-6B1ABEAEA1B0}" type="presOf" srcId="{FBA685A8-C4ED-4A44-BA15-A95087C22363}" destId="{E38D88DE-6630-449F-B815-64F25EB69547}" srcOrd="0" destOrd="0" presId="urn:microsoft.com/office/officeart/2024/3/layout/hArchList1"/>
    <dgm:cxn modelId="{1FF11245-068A-4CA3-BCBC-AA141B75607D}" srcId="{D594FA1A-CAFE-4FC9-B29F-017F3AF2316D}" destId="{06204C76-8052-4671-8722-9895BD95AC98}" srcOrd="0" destOrd="0" parTransId="{0923777E-212F-46F7-9676-1B1CD76B367F}" sibTransId="{2AE3F090-A320-4B38-A931-78BE74ADF0F7}"/>
    <dgm:cxn modelId="{31032E6F-283D-4219-981D-934A8C3F1D57}" srcId="{FBA685A8-C4ED-4A44-BA15-A95087C22363}" destId="{FABA06FE-F150-48B5-B3D7-2915E3C41ABD}" srcOrd="0" destOrd="0" parTransId="{AF3000A7-0375-4FA4-B30C-7D0027C5A577}" sibTransId="{A35B9477-3565-4F41-85B7-3C421108E7F6}"/>
    <dgm:cxn modelId="{F7F0874F-D139-4205-A17A-D7D9567787E6}" type="presOf" srcId="{996C4E6A-2C60-4428-8C91-27910EF058EC}" destId="{3171E97B-CDE9-41AD-B264-8ADEE4D73563}" srcOrd="0" destOrd="0" presId="urn:microsoft.com/office/officeart/2024/3/layout/hArchList1"/>
    <dgm:cxn modelId="{29E62658-E0CD-4D06-ADB0-9341313A866D}" srcId="{3AA2FA24-1521-4189-A205-F4F5DE278920}" destId="{341895CC-F5AE-4185-A7B4-20DAAD306EDB}" srcOrd="0" destOrd="0" parTransId="{51E34353-253B-4A09-907A-C1F0F987F1E7}" sibTransId="{5EEB0805-A565-4B85-B7A5-6ACF3C848277}"/>
    <dgm:cxn modelId="{741CCF7E-FAFA-4680-999D-03CF38C0793B}" srcId="{996C4E6A-2C60-4428-8C91-27910EF058EC}" destId="{FBA685A8-C4ED-4A44-BA15-A95087C22363}" srcOrd="2" destOrd="0" parTransId="{DF0B6627-E6C7-4B6F-AEF0-D5B4D98FAE0D}" sibTransId="{AD175B27-BF85-41B6-9B87-24460515CD3C}"/>
    <dgm:cxn modelId="{9FCD8897-0BC0-43A9-AFF0-F8CA6CBC7C43}" type="presOf" srcId="{3AA2FA24-1521-4189-A205-F4F5DE278920}" destId="{76448584-D501-4333-884C-F960C3FAA9BE}" srcOrd="0" destOrd="0" presId="urn:microsoft.com/office/officeart/2024/3/layout/hArchList1"/>
    <dgm:cxn modelId="{FBF3D7A3-FCBE-4402-8DBE-E5365C2A14BD}" srcId="{3AA2FA24-1521-4189-A205-F4F5DE278920}" destId="{C0297382-340E-4BD9-9668-818CC13B2B4C}" srcOrd="1" destOrd="0" parTransId="{0AE2E466-7E32-43D2-AC2C-09CEF94D0E22}" sibTransId="{061912DC-B2E0-4F87-B8A9-21B8C40566D7}"/>
    <dgm:cxn modelId="{A2103AA5-AF3F-447E-8CF3-66CE371D7265}" type="presOf" srcId="{06204C76-8052-4671-8722-9895BD95AC98}" destId="{5C90C3CA-0AA3-4EBE-B50C-5D1938624D21}" srcOrd="0" destOrd="0" presId="urn:microsoft.com/office/officeart/2024/3/layout/hArchList1"/>
    <dgm:cxn modelId="{3288A1A6-BC96-42D9-B282-F903D3D28B27}" srcId="{768B9187-70A7-4F24-98C9-4549D9A80F20}" destId="{4C74B0FE-0F44-43D7-940D-B9AF6ABF1025}" srcOrd="0" destOrd="0" parTransId="{E239FEBF-B4AE-47D3-8223-FDECC72F0B62}" sibTransId="{44570744-E566-439D-B1FF-599460901ED9}"/>
    <dgm:cxn modelId="{8D0B0EA9-AA1F-4F96-AA49-A7CF8580FB84}" type="presOf" srcId="{C0297382-340E-4BD9-9668-818CC13B2B4C}" destId="{9925560B-C3AD-44BD-A1A3-25292C97D5DC}" srcOrd="0" destOrd="1" presId="urn:microsoft.com/office/officeart/2024/3/layout/hArchList1"/>
    <dgm:cxn modelId="{4E464CB9-1F50-4CEF-8D1D-4D37F1D6F177}" type="presOf" srcId="{AD175B27-BF85-41B6-9B87-24460515CD3C}" destId="{22C7BBDA-E201-4BCB-B174-C638359A9190}" srcOrd="0" destOrd="0" presId="urn:microsoft.com/office/officeart/2024/3/layout/hArchList1"/>
    <dgm:cxn modelId="{E750A9C7-4CEF-45C9-B133-81EC3F5CA578}" type="presOf" srcId="{D594FA1A-CAFE-4FC9-B29F-017F3AF2316D}" destId="{018F7438-E01D-44D7-ADD6-157BC62500E3}" srcOrd="0" destOrd="0" presId="urn:microsoft.com/office/officeart/2024/3/layout/hArchList1"/>
    <dgm:cxn modelId="{0FF7CFDA-06D0-49E7-971D-B87E044D11AB}" srcId="{996C4E6A-2C60-4428-8C91-27910EF058EC}" destId="{768B9187-70A7-4F24-98C9-4549D9A80F20}" srcOrd="1" destOrd="0" parTransId="{28680839-1F10-452B-8A00-49D86D2208FE}" sibTransId="{E137F926-3C8F-4C45-8350-903EA88D75AF}"/>
    <dgm:cxn modelId="{EE50A9F9-0633-48E6-8993-9AAE38539E93}" srcId="{996C4E6A-2C60-4428-8C91-27910EF058EC}" destId="{3AA2FA24-1521-4189-A205-F4F5DE278920}" srcOrd="3" destOrd="0" parTransId="{8EB9754A-2D2C-47B0-86CE-A121140B02A9}" sibTransId="{E9066788-C52E-4A94-AF8C-EFACB72EE811}"/>
    <dgm:cxn modelId="{748F7AFB-7607-418D-A0F6-37BC3EA60FDD}" type="presOf" srcId="{4C74B0FE-0F44-43D7-940D-B9AF6ABF1025}" destId="{8BB355F9-6CC2-4480-9B7E-D892D65FD34C}" srcOrd="0" destOrd="0" presId="urn:microsoft.com/office/officeart/2024/3/layout/hArchList1"/>
    <dgm:cxn modelId="{932A69D6-9FD0-4CA2-924C-1D1A8CAAD84C}" type="presParOf" srcId="{3171E97B-CDE9-41AD-B264-8ADEE4D73563}" destId="{673D3BE1-0B49-408D-A9B7-2ACE218FD35D}" srcOrd="0" destOrd="0" presId="urn:microsoft.com/office/officeart/2024/3/layout/hArchList1"/>
    <dgm:cxn modelId="{552B63F5-0D2A-4F04-902F-B97F064A6E15}" type="presParOf" srcId="{673D3BE1-0B49-408D-A9B7-2ACE218FD35D}" destId="{018F7438-E01D-44D7-ADD6-157BC62500E3}" srcOrd="0" destOrd="0" presId="urn:microsoft.com/office/officeart/2024/3/layout/hArchList1"/>
    <dgm:cxn modelId="{8E79F0D3-C7F2-4B51-BDA1-2FF112573160}" type="presParOf" srcId="{673D3BE1-0B49-408D-A9B7-2ACE218FD35D}" destId="{5C90C3CA-0AA3-4EBE-B50C-5D1938624D21}" srcOrd="1" destOrd="0" presId="urn:microsoft.com/office/officeart/2024/3/layout/hArchList1"/>
    <dgm:cxn modelId="{2C70E249-B11D-4A23-B02F-C47971B7B4C4}" type="presParOf" srcId="{3171E97B-CDE9-41AD-B264-8ADEE4D73563}" destId="{4CD37533-18BB-44AF-9438-CA8C06D267FF}" srcOrd="1" destOrd="0" presId="urn:microsoft.com/office/officeart/2024/3/layout/hArchList1"/>
    <dgm:cxn modelId="{8E8D458A-E2A4-419E-AA5F-BBDC102BEBF5}" type="presParOf" srcId="{3171E97B-CDE9-41AD-B264-8ADEE4D73563}" destId="{4A15BD43-FC5C-486B-BBDD-003A13A15493}" srcOrd="2" destOrd="0" presId="urn:microsoft.com/office/officeart/2024/3/layout/hArchList1"/>
    <dgm:cxn modelId="{62B0DF6F-7D62-4697-8A07-E4F111FE0B91}" type="presParOf" srcId="{4A15BD43-FC5C-486B-BBDD-003A13A15493}" destId="{58CF0B87-5490-46B7-A456-64A277CB332C}" srcOrd="0" destOrd="0" presId="urn:microsoft.com/office/officeart/2024/3/layout/hArchList1"/>
    <dgm:cxn modelId="{74D36ED4-C91E-4326-A3CE-31E5901E0D66}" type="presParOf" srcId="{4A15BD43-FC5C-486B-BBDD-003A13A15493}" destId="{8BB355F9-6CC2-4480-9B7E-D892D65FD34C}" srcOrd="1" destOrd="0" presId="urn:microsoft.com/office/officeart/2024/3/layout/hArchList1"/>
    <dgm:cxn modelId="{31F2C47B-BCE4-43BE-8C57-66ED7D20A082}" type="presParOf" srcId="{3171E97B-CDE9-41AD-B264-8ADEE4D73563}" destId="{412E2C94-E9BF-4E2B-961F-50EF83661C9E}" srcOrd="3" destOrd="0" presId="urn:microsoft.com/office/officeart/2024/3/layout/hArchList1"/>
    <dgm:cxn modelId="{108791BD-7EA8-4543-A6F0-B4F2B3076A1F}" type="presParOf" srcId="{3171E97B-CDE9-41AD-B264-8ADEE4D73563}" destId="{00797D44-CAE9-428C-9B5E-3CE638B13212}" srcOrd="4" destOrd="0" presId="urn:microsoft.com/office/officeart/2024/3/layout/hArchList1"/>
    <dgm:cxn modelId="{A60C68F2-12F4-4CB1-9BC0-BC3F1F6D9D24}" type="presParOf" srcId="{00797D44-CAE9-428C-9B5E-3CE638B13212}" destId="{E38D88DE-6630-449F-B815-64F25EB69547}" srcOrd="0" destOrd="0" presId="urn:microsoft.com/office/officeart/2024/3/layout/hArchList1"/>
    <dgm:cxn modelId="{EBA866BF-59B4-4164-AE7F-17E8484DBF08}" type="presParOf" srcId="{00797D44-CAE9-428C-9B5E-3CE638B13212}" destId="{6BD7537A-36A9-42F0-9C36-0D4BA2D0752A}" srcOrd="1" destOrd="0" presId="urn:microsoft.com/office/officeart/2024/3/layout/hArchList1"/>
    <dgm:cxn modelId="{D99F9705-CCB6-4448-93E9-8DC7147510C6}" type="presParOf" srcId="{3171E97B-CDE9-41AD-B264-8ADEE4D73563}" destId="{22C7BBDA-E201-4BCB-B174-C638359A9190}" srcOrd="5" destOrd="0" presId="urn:microsoft.com/office/officeart/2024/3/layout/hArchList1"/>
    <dgm:cxn modelId="{CB27171A-FBFD-49B7-8337-5C076C564E6D}" type="presParOf" srcId="{3171E97B-CDE9-41AD-B264-8ADEE4D73563}" destId="{84A4A014-22ED-4AEA-9E9D-867A9F401653}" srcOrd="6" destOrd="0" presId="urn:microsoft.com/office/officeart/2024/3/layout/hArchList1"/>
    <dgm:cxn modelId="{D405B57B-B234-4593-9E1C-D62B389B34B5}" type="presParOf" srcId="{84A4A014-22ED-4AEA-9E9D-867A9F401653}" destId="{76448584-D501-4333-884C-F960C3FAA9BE}" srcOrd="0" destOrd="0" presId="urn:microsoft.com/office/officeart/2024/3/layout/hArchList1"/>
    <dgm:cxn modelId="{6F8E35E4-614F-4546-A85D-8B1CD3FDCAE2}" type="presParOf" srcId="{84A4A014-22ED-4AEA-9E9D-867A9F401653}" destId="{9925560B-C3AD-44BD-A1A3-25292C97D5DC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6F0D2AA-5727-47E4-885B-0AD7C69408FC}" type="doc">
      <dgm:prSet loTypeId="urn:microsoft.com/office/officeart/2009/3/layout/IncreasingArrows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NL"/>
        </a:p>
      </dgm:t>
    </dgm:pt>
    <dgm:pt modelId="{9CB5A71A-0CED-471E-A2E8-29F4D481FAEA}">
      <dgm:prSet phldrT="[Text]"/>
      <dgm:spPr/>
      <dgm:t>
        <a:bodyPr/>
        <a:lstStyle/>
        <a:p>
          <a:r>
            <a:rPr lang="en-US" dirty="0"/>
            <a:t>DESCRIBE</a:t>
          </a:r>
          <a:endParaRPr lang="en-NL" dirty="0"/>
        </a:p>
      </dgm:t>
    </dgm:pt>
    <dgm:pt modelId="{FBACFB23-C58D-4779-B739-6842A01D4026}" type="parTrans" cxnId="{047E2F73-5612-4C2A-8B14-DCF661A7E1D3}">
      <dgm:prSet/>
      <dgm:spPr/>
      <dgm:t>
        <a:bodyPr/>
        <a:lstStyle/>
        <a:p>
          <a:endParaRPr lang="en-NL"/>
        </a:p>
      </dgm:t>
    </dgm:pt>
    <dgm:pt modelId="{14C68E61-B304-4EB7-A8E3-AD04A07138C0}" type="sibTrans" cxnId="{047E2F73-5612-4C2A-8B14-DCF661A7E1D3}">
      <dgm:prSet/>
      <dgm:spPr/>
      <dgm:t>
        <a:bodyPr/>
        <a:lstStyle/>
        <a:p>
          <a:endParaRPr lang="en-NL"/>
        </a:p>
      </dgm:t>
    </dgm:pt>
    <dgm:pt modelId="{4344EF75-7F9E-4CEC-88BE-5267E73F6C26}">
      <dgm:prSet phldrT="[Text]" phldr="0"/>
      <dgm:spPr/>
      <dgm:t>
        <a:bodyPr/>
        <a:lstStyle/>
        <a:p>
          <a:r>
            <a:rPr lang="en-US" dirty="0"/>
            <a:t>Describe your method in a JSON file and restart the Mind server</a:t>
          </a:r>
          <a:endParaRPr lang="en-NL" dirty="0"/>
        </a:p>
      </dgm:t>
    </dgm:pt>
    <dgm:pt modelId="{4761A776-83AC-45F9-B980-CCF47FB439A6}" type="parTrans" cxnId="{21736EC6-DF9E-4812-8885-8F99A279210D}">
      <dgm:prSet/>
      <dgm:spPr/>
      <dgm:t>
        <a:bodyPr/>
        <a:lstStyle/>
        <a:p>
          <a:endParaRPr lang="en-NL"/>
        </a:p>
      </dgm:t>
    </dgm:pt>
    <dgm:pt modelId="{2A1533C5-0809-4C32-A6A6-C3A810138ECE}" type="sibTrans" cxnId="{21736EC6-DF9E-4812-8885-8F99A279210D}">
      <dgm:prSet/>
      <dgm:spPr/>
      <dgm:t>
        <a:bodyPr/>
        <a:lstStyle/>
        <a:p>
          <a:endParaRPr lang="en-NL"/>
        </a:p>
      </dgm:t>
    </dgm:pt>
    <dgm:pt modelId="{928B3A8B-099C-4245-81CD-ABCA14C50A5E}">
      <dgm:prSet phldrT="[Text]" phldr="0"/>
      <dgm:spPr/>
      <dgm:t>
        <a:bodyPr/>
        <a:lstStyle/>
        <a:p>
          <a:r>
            <a:rPr lang="en-US" dirty="0"/>
            <a:t>CODE</a:t>
          </a:r>
          <a:endParaRPr lang="en-NL" dirty="0"/>
        </a:p>
      </dgm:t>
    </dgm:pt>
    <dgm:pt modelId="{B1AE77A9-9E35-43DD-8B99-95F9034E28E2}" type="parTrans" cxnId="{63928ABD-C46A-4BFE-9D2D-329F914A7672}">
      <dgm:prSet/>
      <dgm:spPr/>
      <dgm:t>
        <a:bodyPr/>
        <a:lstStyle/>
        <a:p>
          <a:endParaRPr lang="en-NL"/>
        </a:p>
      </dgm:t>
    </dgm:pt>
    <dgm:pt modelId="{D46E7F58-DAE3-46EA-A7A3-D1FC271B400C}" type="sibTrans" cxnId="{63928ABD-C46A-4BFE-9D2D-329F914A7672}">
      <dgm:prSet/>
      <dgm:spPr/>
      <dgm:t>
        <a:bodyPr/>
        <a:lstStyle/>
        <a:p>
          <a:endParaRPr lang="en-NL"/>
        </a:p>
      </dgm:t>
    </dgm:pt>
    <dgm:pt modelId="{DA319F0F-473C-4E9A-8E38-C39EA20CA45C}">
      <dgm:prSet phldrT="[Text]" phldr="0"/>
      <dgm:spPr/>
      <dgm:t>
        <a:bodyPr/>
        <a:lstStyle/>
        <a:p>
          <a:r>
            <a:rPr lang="en-US" dirty="0"/>
            <a:t>Write M code, using our framework to read arguments and return formatted data</a:t>
          </a:r>
          <a:endParaRPr lang="en-NL" dirty="0"/>
        </a:p>
      </dgm:t>
    </dgm:pt>
    <dgm:pt modelId="{B6681FC6-732F-4940-AB00-A705160479F5}" type="parTrans" cxnId="{186410B0-56AA-485D-8661-966F58E6C0D9}">
      <dgm:prSet/>
      <dgm:spPr/>
      <dgm:t>
        <a:bodyPr/>
        <a:lstStyle/>
        <a:p>
          <a:endParaRPr lang="en-NL"/>
        </a:p>
      </dgm:t>
    </dgm:pt>
    <dgm:pt modelId="{3288B630-77A4-4303-B46A-8295D57981F0}" type="sibTrans" cxnId="{186410B0-56AA-485D-8661-966F58E6C0D9}">
      <dgm:prSet/>
      <dgm:spPr/>
      <dgm:t>
        <a:bodyPr/>
        <a:lstStyle/>
        <a:p>
          <a:endParaRPr lang="en-NL"/>
        </a:p>
      </dgm:t>
    </dgm:pt>
    <dgm:pt modelId="{028DA142-C92D-45B3-9714-986F7A2F73F8}">
      <dgm:prSet phldrT="[Text]" phldr="0"/>
      <dgm:spPr/>
      <dgm:t>
        <a:bodyPr/>
        <a:lstStyle/>
        <a:p>
          <a:r>
            <a:rPr lang="en-US" dirty="0"/>
            <a:t>EXECUTE</a:t>
          </a:r>
          <a:endParaRPr lang="en-NL" dirty="0"/>
        </a:p>
      </dgm:t>
    </dgm:pt>
    <dgm:pt modelId="{0DE8F76B-0C5C-4DB5-94C2-BC83DB023453}" type="parTrans" cxnId="{0A6B94BF-4993-46D3-9476-5ABA78086C1D}">
      <dgm:prSet/>
      <dgm:spPr/>
      <dgm:t>
        <a:bodyPr/>
        <a:lstStyle/>
        <a:p>
          <a:endParaRPr lang="en-NL"/>
        </a:p>
      </dgm:t>
    </dgm:pt>
    <dgm:pt modelId="{08E2E17B-C633-40F7-BF3F-903076414FB4}" type="sibTrans" cxnId="{0A6B94BF-4993-46D3-9476-5ABA78086C1D}">
      <dgm:prSet/>
      <dgm:spPr/>
      <dgm:t>
        <a:bodyPr/>
        <a:lstStyle/>
        <a:p>
          <a:endParaRPr lang="en-NL"/>
        </a:p>
      </dgm:t>
    </dgm:pt>
    <dgm:pt modelId="{918F5F83-4066-4A9A-86C5-4CC17D51FEFC}">
      <dgm:prSet phldrT="[Text]" phldr="0"/>
      <dgm:spPr/>
      <dgm:t>
        <a:bodyPr/>
        <a:lstStyle/>
        <a:p>
          <a:r>
            <a:rPr lang="en-US" dirty="0"/>
            <a:t>You can call the method right away, which will execute the M code and return data</a:t>
          </a:r>
          <a:endParaRPr lang="en-NL" dirty="0"/>
        </a:p>
      </dgm:t>
    </dgm:pt>
    <dgm:pt modelId="{436780E1-0300-4F9C-ABD2-5DD30867CFE3}" type="parTrans" cxnId="{06BA9528-8E45-45AE-BBD7-641E50D4EDC4}">
      <dgm:prSet/>
      <dgm:spPr/>
      <dgm:t>
        <a:bodyPr/>
        <a:lstStyle/>
        <a:p>
          <a:endParaRPr lang="en-NL"/>
        </a:p>
      </dgm:t>
    </dgm:pt>
    <dgm:pt modelId="{7735AB31-62AB-4221-A127-FDD327E5F167}" type="sibTrans" cxnId="{06BA9528-8E45-45AE-BBD7-641E50D4EDC4}">
      <dgm:prSet/>
      <dgm:spPr/>
      <dgm:t>
        <a:bodyPr/>
        <a:lstStyle/>
        <a:p>
          <a:endParaRPr lang="en-NL"/>
        </a:p>
      </dgm:t>
    </dgm:pt>
    <dgm:pt modelId="{42508249-CB23-4C29-BA91-0FBF4F3FC221}" type="pres">
      <dgm:prSet presAssocID="{06F0D2AA-5727-47E4-885B-0AD7C69408FC}" presName="Name0" presStyleCnt="0">
        <dgm:presLayoutVars>
          <dgm:chMax val="5"/>
          <dgm:chPref val="5"/>
          <dgm:dir/>
          <dgm:animLvl val="lvl"/>
        </dgm:presLayoutVars>
      </dgm:prSet>
      <dgm:spPr/>
    </dgm:pt>
    <dgm:pt modelId="{24485D02-5A56-49DF-B637-A9A8AC67D4E6}" type="pres">
      <dgm:prSet presAssocID="{9CB5A71A-0CED-471E-A2E8-29F4D481FAEA}" presName="parentText1" presStyleLbl="node1" presStyleIdx="0" presStyleCnt="3">
        <dgm:presLayoutVars>
          <dgm:chMax/>
          <dgm:chPref val="3"/>
          <dgm:bulletEnabled val="1"/>
        </dgm:presLayoutVars>
      </dgm:prSet>
      <dgm:spPr/>
    </dgm:pt>
    <dgm:pt modelId="{973DC0CC-8304-4E03-87B5-BD1B67011B8C}" type="pres">
      <dgm:prSet presAssocID="{9CB5A71A-0CED-471E-A2E8-29F4D481FAEA}" presName="childText1" presStyleLbl="solidAlignAcc1" presStyleIdx="0" presStyleCnt="3">
        <dgm:presLayoutVars>
          <dgm:chMax val="0"/>
          <dgm:chPref val="0"/>
          <dgm:bulletEnabled val="1"/>
        </dgm:presLayoutVars>
      </dgm:prSet>
      <dgm:spPr/>
    </dgm:pt>
    <dgm:pt modelId="{88F0906B-9D1E-488A-B4C5-08CAAB191724}" type="pres">
      <dgm:prSet presAssocID="{928B3A8B-099C-4245-81CD-ABCA14C50A5E}" presName="parentText2" presStyleLbl="node1" presStyleIdx="1" presStyleCnt="3">
        <dgm:presLayoutVars>
          <dgm:chMax/>
          <dgm:chPref val="3"/>
          <dgm:bulletEnabled val="1"/>
        </dgm:presLayoutVars>
      </dgm:prSet>
      <dgm:spPr/>
    </dgm:pt>
    <dgm:pt modelId="{CF98FD1A-AABC-4833-9CC8-F5ECB925415E}" type="pres">
      <dgm:prSet presAssocID="{928B3A8B-099C-4245-81CD-ABCA14C50A5E}" presName="childText2" presStyleLbl="solidAlignAcc1" presStyleIdx="1" presStyleCnt="3">
        <dgm:presLayoutVars>
          <dgm:chMax val="0"/>
          <dgm:chPref val="0"/>
          <dgm:bulletEnabled val="1"/>
        </dgm:presLayoutVars>
      </dgm:prSet>
      <dgm:spPr/>
    </dgm:pt>
    <dgm:pt modelId="{F9AE15FA-8263-4E7F-B6DC-79DA0B2F7B75}" type="pres">
      <dgm:prSet presAssocID="{028DA142-C92D-45B3-9714-986F7A2F73F8}" presName="parentText3" presStyleLbl="node1" presStyleIdx="2" presStyleCnt="3">
        <dgm:presLayoutVars>
          <dgm:chMax/>
          <dgm:chPref val="3"/>
          <dgm:bulletEnabled val="1"/>
        </dgm:presLayoutVars>
      </dgm:prSet>
      <dgm:spPr/>
    </dgm:pt>
    <dgm:pt modelId="{A1C7FE50-A7A9-4DCF-9D2D-0D9BE2138934}" type="pres">
      <dgm:prSet presAssocID="{028DA142-C92D-45B3-9714-986F7A2F73F8}" presName="childText3" presStyleLbl="solidAlignAcc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6BA9528-8E45-45AE-BBD7-641E50D4EDC4}" srcId="{028DA142-C92D-45B3-9714-986F7A2F73F8}" destId="{918F5F83-4066-4A9A-86C5-4CC17D51FEFC}" srcOrd="0" destOrd="0" parTransId="{436780E1-0300-4F9C-ABD2-5DD30867CFE3}" sibTransId="{7735AB31-62AB-4221-A127-FDD327E5F167}"/>
    <dgm:cxn modelId="{B43C454E-3E7D-418C-B0B3-46BB9188DC69}" type="presOf" srcId="{928B3A8B-099C-4245-81CD-ABCA14C50A5E}" destId="{88F0906B-9D1E-488A-B4C5-08CAAB191724}" srcOrd="0" destOrd="0" presId="urn:microsoft.com/office/officeart/2009/3/layout/IncreasingArrowsProcess"/>
    <dgm:cxn modelId="{047E2F73-5612-4C2A-8B14-DCF661A7E1D3}" srcId="{06F0D2AA-5727-47E4-885B-0AD7C69408FC}" destId="{9CB5A71A-0CED-471E-A2E8-29F4D481FAEA}" srcOrd="0" destOrd="0" parTransId="{FBACFB23-C58D-4779-B739-6842A01D4026}" sibTransId="{14C68E61-B304-4EB7-A8E3-AD04A07138C0}"/>
    <dgm:cxn modelId="{62229B98-8AE5-44B5-AEBD-C20099DE724D}" type="presOf" srcId="{9CB5A71A-0CED-471E-A2E8-29F4D481FAEA}" destId="{24485D02-5A56-49DF-B637-A9A8AC67D4E6}" srcOrd="0" destOrd="0" presId="urn:microsoft.com/office/officeart/2009/3/layout/IncreasingArrowsProcess"/>
    <dgm:cxn modelId="{F747FAA5-AFF3-44E6-9D75-D457C0CFBAE4}" type="presOf" srcId="{028DA142-C92D-45B3-9714-986F7A2F73F8}" destId="{F9AE15FA-8263-4E7F-B6DC-79DA0B2F7B75}" srcOrd="0" destOrd="0" presId="urn:microsoft.com/office/officeart/2009/3/layout/IncreasingArrowsProcess"/>
    <dgm:cxn modelId="{186410B0-56AA-485D-8661-966F58E6C0D9}" srcId="{928B3A8B-099C-4245-81CD-ABCA14C50A5E}" destId="{DA319F0F-473C-4E9A-8E38-C39EA20CA45C}" srcOrd="0" destOrd="0" parTransId="{B6681FC6-732F-4940-AB00-A705160479F5}" sibTransId="{3288B630-77A4-4303-B46A-8295D57981F0}"/>
    <dgm:cxn modelId="{63928ABD-C46A-4BFE-9D2D-329F914A7672}" srcId="{06F0D2AA-5727-47E4-885B-0AD7C69408FC}" destId="{928B3A8B-099C-4245-81CD-ABCA14C50A5E}" srcOrd="1" destOrd="0" parTransId="{B1AE77A9-9E35-43DD-8B99-95F9034E28E2}" sibTransId="{D46E7F58-DAE3-46EA-A7A3-D1FC271B400C}"/>
    <dgm:cxn modelId="{0A6B94BF-4993-46D3-9476-5ABA78086C1D}" srcId="{06F0D2AA-5727-47E4-885B-0AD7C69408FC}" destId="{028DA142-C92D-45B3-9714-986F7A2F73F8}" srcOrd="2" destOrd="0" parTransId="{0DE8F76B-0C5C-4DB5-94C2-BC83DB023453}" sibTransId="{08E2E17B-C633-40F7-BF3F-903076414FB4}"/>
    <dgm:cxn modelId="{C4E538C3-BC2D-48D5-B1FC-EF63A807B039}" type="presOf" srcId="{918F5F83-4066-4A9A-86C5-4CC17D51FEFC}" destId="{A1C7FE50-A7A9-4DCF-9D2D-0D9BE2138934}" srcOrd="0" destOrd="0" presId="urn:microsoft.com/office/officeart/2009/3/layout/IncreasingArrowsProcess"/>
    <dgm:cxn modelId="{21736EC6-DF9E-4812-8885-8F99A279210D}" srcId="{9CB5A71A-0CED-471E-A2E8-29F4D481FAEA}" destId="{4344EF75-7F9E-4CEC-88BE-5267E73F6C26}" srcOrd="0" destOrd="0" parTransId="{4761A776-83AC-45F9-B980-CCF47FB439A6}" sibTransId="{2A1533C5-0809-4C32-A6A6-C3A810138ECE}"/>
    <dgm:cxn modelId="{7D0CCCCA-6063-4A99-BAE0-9C13FA6CE920}" type="presOf" srcId="{06F0D2AA-5727-47E4-885B-0AD7C69408FC}" destId="{42508249-CB23-4C29-BA91-0FBF4F3FC221}" srcOrd="0" destOrd="0" presId="urn:microsoft.com/office/officeart/2009/3/layout/IncreasingArrowsProcess"/>
    <dgm:cxn modelId="{BD6A3ECB-5B1F-4E3D-9ACB-C3849EFBD1BD}" type="presOf" srcId="{DA319F0F-473C-4E9A-8E38-C39EA20CA45C}" destId="{CF98FD1A-AABC-4833-9CC8-F5ECB925415E}" srcOrd="0" destOrd="0" presId="urn:microsoft.com/office/officeart/2009/3/layout/IncreasingArrowsProcess"/>
    <dgm:cxn modelId="{9D82A7E0-697A-492A-84CF-5FCD3D95668B}" type="presOf" srcId="{4344EF75-7F9E-4CEC-88BE-5267E73F6C26}" destId="{973DC0CC-8304-4E03-87B5-BD1B67011B8C}" srcOrd="0" destOrd="0" presId="urn:microsoft.com/office/officeart/2009/3/layout/IncreasingArrowsProcess"/>
    <dgm:cxn modelId="{A2C66D86-7A02-46D8-BE80-55FED7C877FD}" type="presParOf" srcId="{42508249-CB23-4C29-BA91-0FBF4F3FC221}" destId="{24485D02-5A56-49DF-B637-A9A8AC67D4E6}" srcOrd="0" destOrd="0" presId="urn:microsoft.com/office/officeart/2009/3/layout/IncreasingArrowsProcess"/>
    <dgm:cxn modelId="{697CC9F4-507C-4E3A-8FA6-5B31130609FD}" type="presParOf" srcId="{42508249-CB23-4C29-BA91-0FBF4F3FC221}" destId="{973DC0CC-8304-4E03-87B5-BD1B67011B8C}" srcOrd="1" destOrd="0" presId="urn:microsoft.com/office/officeart/2009/3/layout/IncreasingArrowsProcess"/>
    <dgm:cxn modelId="{9D506BAC-8566-441F-A638-9325952BDAFC}" type="presParOf" srcId="{42508249-CB23-4C29-BA91-0FBF4F3FC221}" destId="{88F0906B-9D1E-488A-B4C5-08CAAB191724}" srcOrd="2" destOrd="0" presId="urn:microsoft.com/office/officeart/2009/3/layout/IncreasingArrowsProcess"/>
    <dgm:cxn modelId="{E08349A5-0353-4C9E-91A6-357A61A8D518}" type="presParOf" srcId="{42508249-CB23-4C29-BA91-0FBF4F3FC221}" destId="{CF98FD1A-AABC-4833-9CC8-F5ECB925415E}" srcOrd="3" destOrd="0" presId="urn:microsoft.com/office/officeart/2009/3/layout/IncreasingArrowsProcess"/>
    <dgm:cxn modelId="{A7BB57EB-A38D-4276-BCED-684F1223C668}" type="presParOf" srcId="{42508249-CB23-4C29-BA91-0FBF4F3FC221}" destId="{F9AE15FA-8263-4E7F-B6DC-79DA0B2F7B75}" srcOrd="4" destOrd="0" presId="urn:microsoft.com/office/officeart/2009/3/layout/IncreasingArrowsProcess"/>
    <dgm:cxn modelId="{479950C8-AF5C-4106-992A-1C66634BB90B}" type="presParOf" srcId="{42508249-CB23-4C29-BA91-0FBF4F3FC221}" destId="{A1C7FE50-A7A9-4DCF-9D2D-0D9BE2138934}" srcOrd="5" destOrd="0" presId="urn:microsoft.com/office/officeart/2009/3/layout/IncreasingArrows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F7438-E01D-44D7-ADD6-157BC62500E3}">
      <dsp:nvSpPr>
        <dsp:cNvPr id="0" name=""/>
        <dsp:cNvSpPr/>
      </dsp:nvSpPr>
      <dsp:spPr>
        <a:xfrm>
          <a:off x="0" y="0"/>
          <a:ext cx="2587153" cy="9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Isolate you back-end server(s) from the database</a:t>
          </a:r>
          <a:r>
            <a:rPr lang="en-NL" sz="1800" kern="1200" dirty="0"/>
            <a:t>​</a:t>
          </a:r>
          <a:endParaRPr lang="en-US" sz="1800" kern="1200" dirty="0"/>
        </a:p>
      </dsp:txBody>
      <dsp:txXfrm>
        <a:off x="0" y="0"/>
        <a:ext cx="2587153" cy="902201"/>
      </dsp:txXfrm>
    </dsp:sp>
    <dsp:sp modelId="{5C90C3CA-0AA3-4EBE-B50C-5D1938624D21}">
      <dsp:nvSpPr>
        <dsp:cNvPr id="0" name=""/>
        <dsp:cNvSpPr/>
      </dsp:nvSpPr>
      <dsp:spPr>
        <a:xfrm>
          <a:off x="0" y="902201"/>
          <a:ext cx="2587153" cy="237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Execute MUMPS procedure remotely using sockets using your preferred programming language.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This will isolate your database server from your back-end server(s), allowing horizontal scalability with no worries…</a:t>
          </a:r>
        </a:p>
      </dsp:txBody>
      <dsp:txXfrm>
        <a:off x="0" y="902201"/>
        <a:ext cx="2587153" cy="2371224"/>
      </dsp:txXfrm>
    </dsp:sp>
    <dsp:sp modelId="{58CF0B87-5490-46B7-A456-64A277CB332C}">
      <dsp:nvSpPr>
        <dsp:cNvPr id="0" name=""/>
        <dsp:cNvSpPr/>
      </dsp:nvSpPr>
      <dsp:spPr>
        <a:xfrm>
          <a:off x="2845869" y="0"/>
          <a:ext cx="2587153" cy="9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Focus M development on database procedures</a:t>
          </a:r>
        </a:p>
      </dsp:txBody>
      <dsp:txXfrm>
        <a:off x="2845869" y="0"/>
        <a:ext cx="2587153" cy="902201"/>
      </dsp:txXfrm>
    </dsp:sp>
    <dsp:sp modelId="{8BB355F9-6CC2-4480-9B7E-D892D65FD34C}">
      <dsp:nvSpPr>
        <dsp:cNvPr id="0" name=""/>
        <dsp:cNvSpPr/>
      </dsp:nvSpPr>
      <dsp:spPr>
        <a:xfrm>
          <a:off x="2845869" y="902201"/>
          <a:ext cx="2587153" cy="237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By removing the need to write extra code for communication and data conversion, MUMPS programmers can focus on data.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We natively support JSON / Objects in and out.</a:t>
          </a:r>
        </a:p>
      </dsp:txBody>
      <dsp:txXfrm>
        <a:off x="2845869" y="902201"/>
        <a:ext cx="2587153" cy="2371224"/>
      </dsp:txXfrm>
    </dsp:sp>
    <dsp:sp modelId="{E38D88DE-6630-449F-B815-64F25EB69547}">
      <dsp:nvSpPr>
        <dsp:cNvPr id="0" name=""/>
        <dsp:cNvSpPr/>
      </dsp:nvSpPr>
      <dsp:spPr>
        <a:xfrm>
          <a:off x="5691738" y="0"/>
          <a:ext cx="2587153" cy="90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22860" rIns="22860" bIns="2286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/>
            <a:t>Execute your MUMPS code remotely from multiple languages</a:t>
          </a:r>
        </a:p>
      </dsp:txBody>
      <dsp:txXfrm>
        <a:off x="5691738" y="0"/>
        <a:ext cx="2587153" cy="902201"/>
      </dsp:txXfrm>
    </dsp:sp>
    <dsp:sp modelId="{6BD7537A-36A9-42F0-9C36-0D4BA2D0752A}">
      <dsp:nvSpPr>
        <dsp:cNvPr id="0" name=""/>
        <dsp:cNvSpPr/>
      </dsp:nvSpPr>
      <dsp:spPr>
        <a:xfrm>
          <a:off x="5691738" y="902201"/>
          <a:ext cx="2587153" cy="2371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7780" rIns="17780" bIns="1778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Your MUMPS code can be remotely executed from several programming languages.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Currently nodejs is fully supported.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Soon Java, Go and .NET drivers will be available</a:t>
          </a:r>
        </a:p>
      </dsp:txBody>
      <dsp:txXfrm>
        <a:off x="5691738" y="902201"/>
        <a:ext cx="2587153" cy="2371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F7438-E01D-44D7-ADD6-157BC62500E3}">
      <dsp:nvSpPr>
        <dsp:cNvPr id="0" name=""/>
        <dsp:cNvSpPr/>
      </dsp:nvSpPr>
      <dsp:spPr>
        <a:xfrm>
          <a:off x="0" y="0"/>
          <a:ext cx="1924195" cy="64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Easy to install,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Simple to run…</a:t>
          </a:r>
        </a:p>
      </dsp:txBody>
      <dsp:txXfrm>
        <a:off x="0" y="0"/>
        <a:ext cx="1924195" cy="645271"/>
      </dsp:txXfrm>
    </dsp:sp>
    <dsp:sp modelId="{5C90C3CA-0AA3-4EBE-B50C-5D1938624D21}">
      <dsp:nvSpPr>
        <dsp:cNvPr id="0" name=""/>
        <dsp:cNvSpPr/>
      </dsp:nvSpPr>
      <dsp:spPr>
        <a:xfrm>
          <a:off x="0" y="645271"/>
          <a:ext cx="1924195" cy="250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2700" rIns="12700" bIns="1270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MIND Server gets installed as standard YottaDB plugin on top of your YottaDB installation with a one-liner command.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You can then either run it directly of configure it using the .conf file or command line switches.</a:t>
          </a:r>
        </a:p>
      </dsp:txBody>
      <dsp:txXfrm>
        <a:off x="0" y="645271"/>
        <a:ext cx="1924195" cy="2503747"/>
      </dsp:txXfrm>
    </dsp:sp>
    <dsp:sp modelId="{58CF0B87-5490-46B7-A456-64A277CB332C}">
      <dsp:nvSpPr>
        <dsp:cNvPr id="0" name=""/>
        <dsp:cNvSpPr/>
      </dsp:nvSpPr>
      <dsp:spPr>
        <a:xfrm>
          <a:off x="2116615" y="0"/>
          <a:ext cx="1924195" cy="64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Designed putting both MUMPS and back-end developers first</a:t>
          </a:r>
        </a:p>
      </dsp:txBody>
      <dsp:txXfrm>
        <a:off x="2116615" y="0"/>
        <a:ext cx="1924195" cy="645271"/>
      </dsp:txXfrm>
    </dsp:sp>
    <dsp:sp modelId="{8BB355F9-6CC2-4480-9B7E-D892D65FD34C}">
      <dsp:nvSpPr>
        <dsp:cNvPr id="0" name=""/>
        <dsp:cNvSpPr/>
      </dsp:nvSpPr>
      <dsp:spPr>
        <a:xfrm>
          <a:off x="2116615" y="734955"/>
          <a:ext cx="1924195" cy="250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2700" rIns="12700" bIns="1270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Keeping in mind that back-end languages use data-types and Objects, we created data translators to move data to and from YottaDB.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And, of course, we support JSON in both directions.</a:t>
          </a:r>
        </a:p>
      </dsp:txBody>
      <dsp:txXfrm>
        <a:off x="2116615" y="734955"/>
        <a:ext cx="1924195" cy="2503747"/>
      </dsp:txXfrm>
    </dsp:sp>
    <dsp:sp modelId="{E38D88DE-6630-449F-B815-64F25EB69547}">
      <dsp:nvSpPr>
        <dsp:cNvPr id="0" name=""/>
        <dsp:cNvSpPr/>
      </dsp:nvSpPr>
      <dsp:spPr>
        <a:xfrm>
          <a:off x="4233230" y="0"/>
          <a:ext cx="1924195" cy="64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ZERO coding needed in the client (back-end) driver.</a:t>
          </a:r>
        </a:p>
      </dsp:txBody>
      <dsp:txXfrm>
        <a:off x="4233230" y="0"/>
        <a:ext cx="1924195" cy="645271"/>
      </dsp:txXfrm>
    </dsp:sp>
    <dsp:sp modelId="{6BD7537A-36A9-42F0-9C36-0D4BA2D0752A}">
      <dsp:nvSpPr>
        <dsp:cNvPr id="0" name=""/>
        <dsp:cNvSpPr/>
      </dsp:nvSpPr>
      <dsp:spPr>
        <a:xfrm>
          <a:off x="4233230" y="645271"/>
          <a:ext cx="1924195" cy="250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2700" rIns="12700" bIns="1270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Once you describe your MUMPS functions / procedure in a JSON file, they will “magically” appear in the client driver and ready to use.</a:t>
          </a:r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Additionally, automatic  validation of the supplied parameters is performed with no code needed.</a:t>
          </a:r>
        </a:p>
      </dsp:txBody>
      <dsp:txXfrm>
        <a:off x="4233230" y="645271"/>
        <a:ext cx="1924195" cy="2503747"/>
      </dsp:txXfrm>
    </dsp:sp>
    <dsp:sp modelId="{76448584-D501-4333-884C-F960C3FAA9BE}">
      <dsp:nvSpPr>
        <dsp:cNvPr id="0" name=""/>
        <dsp:cNvSpPr/>
      </dsp:nvSpPr>
      <dsp:spPr>
        <a:xfrm>
          <a:off x="6349845" y="0"/>
          <a:ext cx="1924195" cy="645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6510" rIns="16510" bIns="1651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300" kern="1200" dirty="0"/>
            <a:t>Support your existing M code right away</a:t>
          </a:r>
          <a:endParaRPr lang="en-NL" sz="1300" kern="1200" dirty="0"/>
        </a:p>
      </dsp:txBody>
      <dsp:txXfrm>
        <a:off x="6349845" y="0"/>
        <a:ext cx="1924195" cy="645271"/>
      </dsp:txXfrm>
    </dsp:sp>
    <dsp:sp modelId="{9925560B-C3AD-44BD-A1A3-25292C97D5DC}">
      <dsp:nvSpPr>
        <dsp:cNvPr id="0" name=""/>
        <dsp:cNvSpPr/>
      </dsp:nvSpPr>
      <dsp:spPr>
        <a:xfrm>
          <a:off x="6349845" y="645271"/>
          <a:ext cx="1924195" cy="25037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2700" rIns="12700" bIns="12700" numCol="1" spcCol="1270" anchor="t" anchorCtr="0">
          <a:noAutofit/>
        </a:bodyPr>
        <a:lstStyle/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You can call your existing code directly, specifying parameters and (eventual) return value.</a:t>
          </a:r>
          <a:endParaRPr lang="en-NL" sz="1000" kern="1200" dirty="0"/>
        </a:p>
        <a:p>
          <a:pPr marL="0" lvl="0" indent="0" algn="l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Once you describe your code in the JSON file, it is available in the client right away</a:t>
          </a:r>
          <a:endParaRPr lang="en-NL" sz="1000" kern="1200" dirty="0"/>
        </a:p>
      </dsp:txBody>
      <dsp:txXfrm>
        <a:off x="6349845" y="645271"/>
        <a:ext cx="1924195" cy="25037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85D02-5A56-49DF-B637-A9A8AC67D4E6}">
      <dsp:nvSpPr>
        <dsp:cNvPr id="0" name=""/>
        <dsp:cNvSpPr/>
      </dsp:nvSpPr>
      <dsp:spPr>
        <a:xfrm>
          <a:off x="460192" y="10229"/>
          <a:ext cx="9095498" cy="1324651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21028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DESCRIBE</a:t>
          </a:r>
          <a:endParaRPr lang="en-NL" sz="2500" kern="1200" dirty="0"/>
        </a:p>
      </dsp:txBody>
      <dsp:txXfrm>
        <a:off x="460192" y="341392"/>
        <a:ext cx="8764335" cy="662325"/>
      </dsp:txXfrm>
    </dsp:sp>
    <dsp:sp modelId="{973DC0CC-8304-4E03-87B5-BD1B67011B8C}">
      <dsp:nvSpPr>
        <dsp:cNvPr id="0" name=""/>
        <dsp:cNvSpPr/>
      </dsp:nvSpPr>
      <dsp:spPr>
        <a:xfrm>
          <a:off x="460192" y="1031726"/>
          <a:ext cx="2801413" cy="25517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Describe your method in a JSON file and restart the Mind server</a:t>
          </a:r>
          <a:endParaRPr lang="en-NL" sz="2500" kern="1200" dirty="0"/>
        </a:p>
      </dsp:txBody>
      <dsp:txXfrm>
        <a:off x="460192" y="1031726"/>
        <a:ext cx="2801413" cy="2551765"/>
      </dsp:txXfrm>
    </dsp:sp>
    <dsp:sp modelId="{88F0906B-9D1E-488A-B4C5-08CAAB191724}">
      <dsp:nvSpPr>
        <dsp:cNvPr id="0" name=""/>
        <dsp:cNvSpPr/>
      </dsp:nvSpPr>
      <dsp:spPr>
        <a:xfrm>
          <a:off x="3261605" y="451780"/>
          <a:ext cx="6294084" cy="1324651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21028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CODE</a:t>
          </a:r>
          <a:endParaRPr lang="en-NL" sz="2500" kern="1200" dirty="0"/>
        </a:p>
      </dsp:txBody>
      <dsp:txXfrm>
        <a:off x="3261605" y="782943"/>
        <a:ext cx="5962921" cy="662325"/>
      </dsp:txXfrm>
    </dsp:sp>
    <dsp:sp modelId="{CF98FD1A-AABC-4833-9CC8-F5ECB925415E}">
      <dsp:nvSpPr>
        <dsp:cNvPr id="0" name=""/>
        <dsp:cNvSpPr/>
      </dsp:nvSpPr>
      <dsp:spPr>
        <a:xfrm>
          <a:off x="3261605" y="1473277"/>
          <a:ext cx="2801413" cy="255176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Write M code, using our framework to read arguments and return formatted data</a:t>
          </a:r>
          <a:endParaRPr lang="en-NL" sz="2500" kern="1200" dirty="0"/>
        </a:p>
      </dsp:txBody>
      <dsp:txXfrm>
        <a:off x="3261605" y="1473277"/>
        <a:ext cx="2801413" cy="2551765"/>
      </dsp:txXfrm>
    </dsp:sp>
    <dsp:sp modelId="{F9AE15FA-8263-4E7F-B6DC-79DA0B2F7B75}">
      <dsp:nvSpPr>
        <dsp:cNvPr id="0" name=""/>
        <dsp:cNvSpPr/>
      </dsp:nvSpPr>
      <dsp:spPr>
        <a:xfrm>
          <a:off x="6063019" y="893330"/>
          <a:ext cx="3492671" cy="1324651"/>
        </a:xfrm>
        <a:prstGeom prst="rightArrow">
          <a:avLst>
            <a:gd name="adj1" fmla="val 50000"/>
            <a:gd name="adj2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254000" bIns="21028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EXECUTE</a:t>
          </a:r>
          <a:endParaRPr lang="en-NL" sz="2500" kern="1200" dirty="0"/>
        </a:p>
      </dsp:txBody>
      <dsp:txXfrm>
        <a:off x="6063019" y="1224493"/>
        <a:ext cx="3161508" cy="662325"/>
      </dsp:txXfrm>
    </dsp:sp>
    <dsp:sp modelId="{A1C7FE50-A7A9-4DCF-9D2D-0D9BE2138934}">
      <dsp:nvSpPr>
        <dsp:cNvPr id="0" name=""/>
        <dsp:cNvSpPr/>
      </dsp:nvSpPr>
      <dsp:spPr>
        <a:xfrm>
          <a:off x="6063019" y="1914827"/>
          <a:ext cx="2801413" cy="25144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You can call the method right away, which will execute the M code and return data</a:t>
          </a:r>
          <a:endParaRPr lang="en-NL" sz="2500" kern="1200" dirty="0"/>
        </a:p>
      </dsp:txBody>
      <dsp:txXfrm>
        <a:off x="6063019" y="1914827"/>
        <a:ext cx="2801413" cy="2514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IncreasingArrowsProcess">
  <dgm:title val=""/>
  <dgm:desc val=""/>
  <dgm:catLst>
    <dgm:cat type="process" pri="5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clrData>
  <dgm:layoutNode name="Name0">
    <dgm:varLst>
      <dgm:chMax val="5"/>
      <dgm:chPref val="5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axis="ch ch" ptType="node node" func="cnt" op="equ" val="0">
            <dgm:alg type="composite">
              <dgm:param type="ar" val="6.8662"/>
            </dgm:alg>
            <dgm:choose name="Name5">
              <dgm:if name="Name6" func="var" arg="dir" op="equ" val="norm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if>
              <dgm:else name="Name7">
                <dgm:constrLst>
                  <dgm:constr type="primFontSz" for="des" forName="parentText1" val="65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/>
                </dgm:constrLst>
              </dgm:else>
            </dgm:choose>
          </dgm:if>
          <dgm:else name="Name8">
            <dgm:alg type="composite">
              <dgm:param type="ar" val="1.9864"/>
            </dgm:alg>
            <dgm:choose name="Name9">
              <dgm:if name="Name1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if>
              <dgm:else name="Name1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93"/>
                  <dgm:constr type="l" for="ch" forName="childText1" refType="w" fact="0.076"/>
                  <dgm:constr type="t" for="ch" forName="childText1" refType="h" fact="0.224"/>
                  <dgm:constr type="w" for="ch" forName="childText1" refType="w" fact="0.9241"/>
                  <dgm:constr type="h" for="ch" forName="childText1" refType="h" fact="0.776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axis="ch ch" ptType="node node" func="cnt" op="equ" val="0">
            <dgm:alg type="composite">
              <dgm:param type="ar" val="5.1498"/>
            </dgm:alg>
            <dgm:choose name="Name15">
              <dgm:if name="Name1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.462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if>
              <dgm:else name="Name1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7501"/>
                  <dgm:constr type="l" for="ch" forName="parentText2" refType="w" fact="0"/>
                  <dgm:constr type="t" for="ch" forName="parentText2" refType="h" fact="0.2499"/>
                  <dgm:constr type="w" for="ch" forName="parentText2" refType="w" fact="0.538"/>
                  <dgm:constr type="h" for="ch" forName="parentText2" refType="h" fact="0.7501"/>
                </dgm:constrLst>
              </dgm:else>
            </dgm:choose>
          </dgm:if>
          <dgm:else name="Name18">
            <dgm:alg type="composite">
              <dgm:param type="ar" val="2.0563"/>
            </dgm:alg>
            <dgm:choose name="Name19">
              <dgm:if name="Name2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.462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462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if>
              <dgm:else name="Name2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parentText2" refType="primFontSz" refFor="des" refForName="parentText1" op="equ"/>
                  <dgm:constr type="primFontSz" for="des" forName="childText2" refType="primFontSz" refFor="des" refForName="child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995"/>
                  <dgm:constr type="l" for="ch" forName="parentText2" refType="w" fact="0"/>
                  <dgm:constr type="t" for="ch" forName="parentText2" refType="h" fact="0.0998"/>
                  <dgm:constr type="w" for="ch" forName="parentText2" refType="w" fact="0.538"/>
                  <dgm:constr type="h" for="ch" forName="parentText2" refType="h" fact="0.2995"/>
                  <dgm:constr type="l" for="ch" forName="childText1" refType="w" fact="0.538"/>
                  <dgm:constr type="t" for="ch" forName="childText1" refType="h" fact="0.2317"/>
                  <dgm:constr type="w" for="ch" forName="childText1" refType="w" fact="0.462"/>
                  <dgm:constr type="h" for="ch" forName="childText1" refType="h" fact="0.6685"/>
                  <dgm:constr type="l" for="ch" forName="childText2" refType="w" fact="0.076"/>
                  <dgm:constr type="t" for="ch" forName="childText2" refType="h" fact="0.3315"/>
                  <dgm:constr type="w" for="ch" forName="childText2" refType="w" fact="0.462"/>
                  <dgm:constr type="h" for="ch" forName="childText2" refType="h" fact="0.6685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axis="ch ch" ptType="node node" func="cnt" op="equ" val="0">
            <dgm:alg type="composite">
              <dgm:param type="ar" val="4.1198"/>
            </dgm:alg>
            <dgm:choose name="Name25">
              <dgm:if name="Name2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.308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.616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if>
              <dgm:else name="Name2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6"/>
                  <dgm:constr type="l" for="ch" forName="parentText2" refType="w" fact="0"/>
                  <dgm:constr type="t" for="ch" forName="parentText2" refType="h" fact="0.2"/>
                  <dgm:constr type="w" for="ch" forName="parentText2" refType="w" fact="0.692"/>
                  <dgm:constr type="h" for="ch" forName="parentText2" refType="h" fact="0.6"/>
                  <dgm:constr type="l" for="ch" forName="parentText3" refType="w" fact="0"/>
                  <dgm:constr type="t" for="ch" forName="parentText3" refType="h" fact="0.4"/>
                  <dgm:constr type="w" for="ch" forName="parentText3" refType="w" fact="0.384"/>
                  <dgm:constr type="h" for="ch" forName="parentText3" refType="h" fact="0.6"/>
                </dgm:constrLst>
              </dgm:else>
            </dgm:choose>
          </dgm:if>
          <dgm:else name="Name28">
            <dgm:alg type="composite">
              <dgm:param type="ar" val="2.0702"/>
            </dgm:alg>
            <dgm:choose name="Name29">
              <dgm:if name="Name3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08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61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.308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.616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if>
              <dgm:else name="Name3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l" for="ch" forName="childText1" refType="w" fact="0.692"/>
                  <dgm:constr type="t" for="ch" forName="childText1" refType="h" fact="0.2325"/>
                  <dgm:constr type="w" for="ch" forName="childText1" refType="w" fact="0.308"/>
                  <dgm:constr type="h" for="ch" forName="childText1" refType="h" fact="0.5808"/>
                  <dgm:constr type="l" for="ch" forName="childText2" refType="w" fact="0.384"/>
                  <dgm:constr type="t" for="ch" forName="childText2" refType="h" fact="0.333"/>
                  <dgm:constr type="w" for="ch" forName="childText2" refType="w" fact="0.308"/>
                  <dgm:constr type="h" for="ch" forName="childText2" refType="h" fact="0.5808"/>
                  <dgm:constr type="l" for="ch" forName="childText3" refType="w" fact="0.076"/>
                  <dgm:constr type="t" for="ch" forName="childText3" refType="h" fact="0.4335"/>
                  <dgm:constr type="w" for="ch" forName="childText3" refType="w" fact="0.308"/>
                  <dgm:constr type="h" for="ch" forName="childText3" refType="h" fact="0.572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3015"/>
                  <dgm:constr type="l" for="ch" forName="parentText2" refType="w" fact="0"/>
                  <dgm:constr type="t" for="ch" forName="parentText2" refType="h" fact="0.1005"/>
                  <dgm:constr type="w" for="ch" forName="parentText2" refType="w" fact="0.692"/>
                  <dgm:constr type="h" for="ch" forName="parentText2" refType="h" fact="0.3015"/>
                  <dgm:constr type="l" for="ch" forName="parentText3" refType="w" fact="0"/>
                  <dgm:constr type="t" for="ch" forName="parentText3" refType="h" fact="0.201"/>
                  <dgm:constr type="w" for="ch" forName="parentText3" refType="w" fact="0.384"/>
                  <dgm:constr type="h" for="ch" forName="parentText3" refType="h" fact="0.3015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axis="ch ch" ptType="node node" func="cnt" op="equ" val="0">
            <dgm:alg type="composite">
              <dgm:param type="ar" val="3.435"/>
            </dgm:alg>
            <dgm:choose name="Name35">
              <dgm:if name="Name3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.2305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.461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.6915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if>
              <dgm:else name="Name3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5001"/>
                  <dgm:constr type="l" for="ch" forName="parentText2" refType="w" fact="0"/>
                  <dgm:constr type="t" for="ch" forName="parentText2" refType="h" fact="0.1666"/>
                  <dgm:constr type="w" for="ch" forName="parentText2" refType="w" fact="0.7695"/>
                  <dgm:constr type="h" for="ch" forName="parentText2" refType="h" fact="0.5001"/>
                  <dgm:constr type="l" for="ch" forName="parentText3" refType="w" fact="0"/>
                  <dgm:constr type="t" for="ch" forName="parentText3" refType="h" fact="0.3333"/>
                  <dgm:constr type="w" for="ch" forName="parentText3" refType="w" fact="0.539"/>
                  <dgm:constr type="h" for="ch" forName="parentText3" refType="h" fact="0.5001"/>
                  <dgm:constr type="l" for="ch" forName="parentText4" refType="w" fact="0"/>
                  <dgm:constr type="t" for="ch" forName="parentText4" refType="h" fact="0.4999"/>
                  <dgm:constr type="w" for="ch" forName="parentText4" refType="w" fact="0.3085"/>
                  <dgm:constr type="h" for="ch" forName="parentText4" refType="h" fact="0.5001"/>
                </dgm:constrLst>
              </dgm:else>
            </dgm:choose>
          </dgm:if>
          <dgm:else name="Name38">
            <dgm:alg type="composite">
              <dgm:param type="ar" val="1.9377"/>
            </dgm:alg>
            <dgm:choose name="Name39">
              <dgm:if name="Name4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2305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461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6915"/>
                  <dgm:constr type="t" for="ch" forName="childText4" refType="h" fact="0.5"/>
                  <dgm:constr type="w" for="ch" forName="childText4" refType="w" fact="0.232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.2305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.461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.6915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if>
              <dgm:else name="Name4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l" for="ch" forName="childText1" refType="w" fact="0.7695"/>
                  <dgm:constr type="t" for="ch" forName="childText1" refType="h" fact="0.218"/>
                  <dgm:constr type="w" for="ch" forName="childText1" refType="w" fact="0.2305"/>
                  <dgm:constr type="h" for="ch" forName="childText1" refType="h" fact="0.5218"/>
                  <dgm:constr type="l" for="ch" forName="childText2" refType="w" fact="0.539"/>
                  <dgm:constr type="t" for="ch" forName="childText2" refType="h" fact="0.312"/>
                  <dgm:constr type="w" for="ch" forName="childText2" refType="w" fact="0.2305"/>
                  <dgm:constr type="h" for="ch" forName="childText2" refType="h" fact="0.5085"/>
                  <dgm:constr type="l" for="ch" forName="childText3" refType="w" fact="0.3085"/>
                  <dgm:constr type="t" for="ch" forName="childText3" refType="h" fact="0.406"/>
                  <dgm:constr type="w" for="ch" forName="childText3" refType="w" fact="0.2305"/>
                  <dgm:constr type="h" for="ch" forName="childText3" refType="h" fact="0.5119"/>
                  <dgm:constr type="l" for="ch" forName="childText4" refType="w" fact="0.076"/>
                  <dgm:constr type="t" for="ch" forName="childText4" refType="h" fact="0.5"/>
                  <dgm:constr type="w" for="ch" forName="childText4" refType="w" fact="0.2346"/>
                  <dgm:constr type="h" for="ch" forName="childText4" refType="h" fact="0.5179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821"/>
                  <dgm:constr type="l" for="ch" forName="parentText2" refType="w" fact="0"/>
                  <dgm:constr type="t" for="ch" forName="parentText2" refType="h" fact="0.094"/>
                  <dgm:constr type="w" for="ch" forName="parentText2" refType="w" fact="0.7695"/>
                  <dgm:constr type="h" for="ch" forName="parentText2" refType="h" fact="0.2821"/>
                  <dgm:constr type="l" for="ch" forName="parentText3" refType="w" fact="0"/>
                  <dgm:constr type="t" for="ch" forName="parentText3" refType="h" fact="0.188"/>
                  <dgm:constr type="w" for="ch" forName="parentText3" refType="w" fact="0.539"/>
                  <dgm:constr type="h" for="ch" forName="parentText3" refType="h" fact="0.2821"/>
                  <dgm:constr type="l" for="ch" forName="parentText4" refType="w" fact="0"/>
                  <dgm:constr type="t" for="ch" forName="parentText4" refType="h" fact="0.282"/>
                  <dgm:constr type="w" for="ch" forName="parentText4" refType="w" fact="0.3085"/>
                  <dgm:constr type="h" for="ch" forName="parentText4" refType="h" fact="0.2821"/>
                </dgm:constrLst>
              </dgm:else>
            </dgm:choose>
          </dgm:else>
        </dgm:choose>
      </dgm:if>
      <dgm:else name="Name42">
        <dgm:choose name="Name43">
          <dgm:if name="Name44" axis="ch ch" ptType="node node" func="cnt" op="equ" val="0">
            <dgm:alg type="composite">
              <dgm:param type="ar" val="2.9463"/>
            </dgm:alg>
            <dgm:choose name="Name45">
              <dgm:if name="Name46" func="var" arg="dir" op="equ" val="norm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.1848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.3696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.5545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.7393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if>
              <dgm:else name="Name47">
                <dgm:constrLst>
                  <dgm:constr type="primFontSz" for="des" forName="parentText1" val="65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4285"/>
                  <dgm:constr type="l" for="ch" forName="parentText2" refType="w" fact="0"/>
                  <dgm:constr type="t" for="ch" forName="parentText2" refType="h" fact="0.1429"/>
                  <dgm:constr type="w" for="ch" forName="parentText2" refType="w" fact="0.8152"/>
                  <dgm:constr type="h" for="ch" forName="parentText2" refType="h" fact="0.4285"/>
                  <dgm:constr type="l" for="ch" forName="parentText3" refType="w" fact="0"/>
                  <dgm:constr type="t" for="ch" forName="parentText3" refType="h" fact="0.2858"/>
                  <dgm:constr type="w" for="ch" forName="parentText3" refType="w" fact="0.6304"/>
                  <dgm:constr type="h" for="ch" forName="parentText3" refType="h" fact="0.4285"/>
                  <dgm:constr type="l" for="ch" forName="parentText4" refType="w" fact="0"/>
                  <dgm:constr type="t" for="ch" forName="parentText4" refType="h" fact="0.4286"/>
                  <dgm:constr type="w" for="ch" forName="parentText4" refType="w" fact="0.4455"/>
                  <dgm:constr type="h" for="ch" forName="parentText4" refType="h" fact="0.4285"/>
                  <dgm:constr type="l" for="ch" forName="parentText5" refType="w" fact="0"/>
                  <dgm:constr type="t" for="ch" forName="parentText5" refType="h" fact="0.5715"/>
                  <dgm:constr type="w" for="ch" forName="parentText5" refType="w" fact="0.2607"/>
                  <dgm:constr type="h" for="ch" forName="parentText5" refType="h" fact="0.4285"/>
                </dgm:constrLst>
              </dgm:else>
            </dgm:choose>
          </dgm:if>
          <dgm:else name="Name48">
            <dgm:alg type="composite">
              <dgm:param type="ar" val="1.7837"/>
            </dgm:alg>
            <dgm:choose name="Name49">
              <dgm:if name="Name50" func="var" arg="dir" op="equ" val="norm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1848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3696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5545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7393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.1848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.3696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.5545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.7393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if>
              <dgm:else name="Name51">
                <dgm:constrLst>
                  <dgm:constr type="primFontSz" for="des" forName="childText1" val="65"/>
                  <dgm:constr type="primFontSz" for="des" forName="parentText1" val="65"/>
                  <dgm:constr type="primFontSz" for="des" forName="childText1" refType="primFontSz" refFor="des" refForName="parentText1" op="lte"/>
                  <dgm:constr type="primFontSz" for="des" forName="childText2" refType="primFontSz" refFor="des" refForName="parentText1" op="lte"/>
                  <dgm:constr type="primFontSz" for="des" forName="childText3" refType="primFontSz" refFor="des" refForName="parentText1" op="lte"/>
                  <dgm:constr type="primFontSz" for="des" forName="childText4" refType="primFontSz" refFor="des" refForName="parentText1" op="lte"/>
                  <dgm:constr type="primFontSz" for="des" forName="childText5" refType="primFontSz" refFor="des" refForName="parentText1" op="lte"/>
                  <dgm:constr type="primFontSz" for="des" forName="childText1" refType="primFontSz" refFor="des" refForName="parentText2" op="lte"/>
                  <dgm:constr type="primFontSz" for="des" forName="childText2" refType="primFontSz" refFor="des" refForName="parentText2" op="lte"/>
                  <dgm:constr type="primFontSz" for="des" forName="childText3" refType="primFontSz" refFor="des" refForName="parentText2" op="lte"/>
                  <dgm:constr type="primFontSz" for="des" forName="childText4" refType="primFontSz" refFor="des" refForName="parentText2" op="lte"/>
                  <dgm:constr type="primFontSz" for="des" forName="childText5" refType="primFontSz" refFor="des" refForName="parentText2" op="lte"/>
                  <dgm:constr type="primFontSz" for="des" forName="childText1" refType="primFontSz" refFor="des" refForName="parentText3" op="lte"/>
                  <dgm:constr type="primFontSz" for="des" forName="childText2" refType="primFontSz" refFor="des" refForName="parentText3" op="lte"/>
                  <dgm:constr type="primFontSz" for="des" forName="childText3" refType="primFontSz" refFor="des" refForName="parentText3" op="lte"/>
                  <dgm:constr type="primFontSz" for="des" forName="childText4" refType="primFontSz" refFor="des" refForName="parentText3" op="lte"/>
                  <dgm:constr type="primFontSz" for="des" forName="childText5" refType="primFontSz" refFor="des" refForName="parentText3" op="lte"/>
                  <dgm:constr type="primFontSz" for="des" forName="childText1" refType="primFontSz" refFor="des" refForName="parentText4" op="lte"/>
                  <dgm:constr type="primFontSz" for="des" forName="childText2" refType="primFontSz" refFor="des" refForName="parentText4" op="lte"/>
                  <dgm:constr type="primFontSz" for="des" forName="childText3" refType="primFontSz" refFor="des" refForName="parentText4" op="lte"/>
                  <dgm:constr type="primFontSz" for="des" forName="childText4" refType="primFontSz" refFor="des" refForName="parentText4" op="lte"/>
                  <dgm:constr type="primFontSz" for="des" forName="childText5" refType="primFontSz" refFor="des" refForName="parentText4" op="lte"/>
                  <dgm:constr type="primFontSz" for="des" forName="childText1" refType="primFontSz" refFor="des" refForName="parentText5" op="lte"/>
                  <dgm:constr type="primFontSz" for="des" forName="childText2" refType="primFontSz" refFor="des" refForName="parentText5" op="lte"/>
                  <dgm:constr type="primFontSz" for="des" forName="childText3" refType="primFontSz" refFor="des" refForName="parentText5" op="lte"/>
                  <dgm:constr type="primFontSz" for="des" forName="childText4" refType="primFontSz" refFor="des" refForName="parentText5" op="lte"/>
                  <dgm:constr type="primFontSz" for="des" forName="childText5" refType="primFontSz" refFor="des" refForName="parentText5" op="lte"/>
                  <dgm:constr type="primFontSz" for="des" forName="parentText2" refType="primFontSz" refFor="des" refForName="parentText1" op="equ"/>
                  <dgm:constr type="primFontSz" for="des" forName="parentText3" refType="primFontSz" refFor="des" refForName="parentText1" op="equ"/>
                  <dgm:constr type="primFontSz" for="des" forName="parentText4" refType="primFontSz" refFor="des" refForName="parentText1" op="equ"/>
                  <dgm:constr type="primFontSz" for="des" forName="parentText5" refType="primFontSz" refFor="des" refForName="parentText1" op="equ"/>
                  <dgm:constr type="primFontSz" for="des" forName="childText2" refType="primFontSz" refFor="des" refForName="childText1" op="equ"/>
                  <dgm:constr type="primFontSz" for="des" forName="childText3" refType="primFontSz" refFor="des" refForName="childText1" op="equ"/>
                  <dgm:constr type="primFontSz" for="des" forName="childText4" refType="primFontSz" refFor="des" refForName="childText1" op="equ"/>
                  <dgm:constr type="primFontSz" for="des" forName="childText5" refType="primFontSz" refFor="des" refForName="childText1" op="equ"/>
                  <dgm:constr type="l" for="ch" forName="childText1" refType="w" fact="0.81518"/>
                  <dgm:constr type="t" for="ch" forName="childText1" refType="h" fact="0.1997"/>
                  <dgm:constr type="w" for="ch" forName="childText1" refType="w" fact="0.18482"/>
                  <dgm:constr type="h" for="ch" forName="childText1" refType="h" fact="0.4763"/>
                  <dgm:constr type="l" for="ch" forName="childText2" refType="w" fact="0.63036"/>
                  <dgm:constr type="t" for="ch" forName="childText2" refType="h" fact="0.2862"/>
                  <dgm:constr type="w" for="ch" forName="childText2" refType="w" fact="0.18482"/>
                  <dgm:constr type="h" for="ch" forName="childText2" refType="h" fact="0.4763"/>
                  <dgm:constr type="l" for="ch" forName="childText3" refType="w" fact="0.44554"/>
                  <dgm:constr type="t" for="ch" forName="childText3" refType="h" fact="0.3727"/>
                  <dgm:constr type="w" for="ch" forName="childText3" refType="w" fact="0.18482"/>
                  <dgm:constr type="h" for="ch" forName="childText3" refType="h" fact="0.4763"/>
                  <dgm:constr type="l" for="ch" forName="childText4" refType="w" fact="0.26072"/>
                  <dgm:constr type="t" for="ch" forName="childText4" refType="h" fact="0.4592"/>
                  <dgm:constr type="w" for="ch" forName="childText4" refType="w" fact="0.18482"/>
                  <dgm:constr type="h" for="ch" forName="childText4" refType="h" fact="0.4763"/>
                  <dgm:constr type="l" for="ch" forName="childText5" refType="w" fact="0.0759"/>
                  <dgm:constr type="t" for="ch" forName="childText5" refType="h" fact="0.5457"/>
                  <dgm:constr type="w" for="ch" forName="childText5" refType="w" fact="0.18482"/>
                  <dgm:constr type="h" for="ch" forName="childText5" refType="h" fact="0.4763"/>
                  <dgm:constr type="l" for="ch" forName="parentText1" refType="w" fact="0"/>
                  <dgm:constr type="t" for="ch" forName="parentText1" refType="h" fact="0"/>
                  <dgm:constr type="w" for="ch" forName="parentText1" refType="w"/>
                  <dgm:constr type="h" for="ch" forName="parentText1" refType="h" fact="0.2594"/>
                  <dgm:constr type="l" for="ch" forName="parentText2" refType="w" fact="0"/>
                  <dgm:constr type="t" for="ch" forName="parentText2" refType="h" fact="0.0865"/>
                  <dgm:constr type="w" for="ch" forName="parentText2" refType="w" fact="0.8152"/>
                  <dgm:constr type="h" for="ch" forName="parentText2" refType="h" fact="0.2594"/>
                  <dgm:constr type="l" for="ch" forName="parentText3" refType="w" fact="0"/>
                  <dgm:constr type="t" for="ch" forName="parentText3" refType="h" fact="0.173"/>
                  <dgm:constr type="w" for="ch" forName="parentText3" refType="w" fact="0.6304"/>
                  <dgm:constr type="h" for="ch" forName="parentText3" refType="h" fact="0.2594"/>
                  <dgm:constr type="l" for="ch" forName="parentText4" refType="w" fact="0"/>
                  <dgm:constr type="t" for="ch" forName="parentText4" refType="h" fact="0.2595"/>
                  <dgm:constr type="w" for="ch" forName="parentText4" refType="w" fact="0.4455"/>
                  <dgm:constr type="h" for="ch" forName="parentText4" refType="h" fact="0.2594"/>
                  <dgm:constr type="l" for="ch" forName="parentText5" refType="w" fact="0"/>
                  <dgm:constr type="t" for="ch" forName="parentText5" refType="h" fact="0.346"/>
                  <dgm:constr type="w" for="ch" forName="parentText5" refType="w" fact="0.2607"/>
                  <dgm:constr type="h" for="ch" forName="parentText5" refType="h" fact="0.2594"/>
                </dgm:constrLst>
              </dgm:else>
            </dgm:choose>
          </dgm:else>
        </dgm:choose>
      </dgm:else>
    </dgm:choose>
    <dgm:forEach name="Name52" axis="ch" ptType="node" cnt="1">
      <dgm:layoutNode name="parentText1" styleLbl="node1">
        <dgm:varLst>
          <dgm:chMax/>
          <dgm:chPref val="3"/>
          <dgm:bulletEnabled val="1"/>
        </dgm:varLst>
        <dgm:choose name="Name53">
          <dgm:if name="Name54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55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56">
        <dgm:if name="Name57" axis="ch" ptType="node" func="cnt" op="gte" val="1">
          <dgm:layoutNode name="childText1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8"/>
      </dgm:choose>
    </dgm:forEach>
    <dgm:forEach name="Name59" axis="ch" ptType="node" st="2" cnt="1">
      <dgm:layoutNode name="parentText2" styleLbl="node1">
        <dgm:varLst>
          <dgm:chMax/>
          <dgm:chPref val="3"/>
          <dgm:bulletEnabled val="1"/>
        </dgm:varLst>
        <dgm:choose name="Name60">
          <dgm:if name="Name61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2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63">
        <dgm:if name="Name64" axis="ch" ptType="node" func="cnt" op="gte" val="1">
          <dgm:layoutNode name="childText2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5"/>
      </dgm:choose>
    </dgm:forEach>
    <dgm:forEach name="Name66" axis="ch" ptType="node" st="3" cnt="1">
      <dgm:layoutNode name="parentText3" styleLbl="node1">
        <dgm:varLst>
          <dgm:chMax/>
          <dgm:chPref val="3"/>
          <dgm:bulletEnabled val="1"/>
        </dgm:varLst>
        <dgm:choose name="Name67">
          <dgm:if name="Name68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69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0">
        <dgm:if name="Name71" axis="ch" ptType="node" func="cnt" op="gte" val="1">
          <dgm:layoutNode name="childText3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</dgm:forEach>
    <dgm:forEach name="Name73" axis="ch" ptType="node" st="4" cnt="1">
      <dgm:layoutNode name="parentText4" styleLbl="node1">
        <dgm:varLst>
          <dgm:chMax/>
          <dgm:chPref val="3"/>
          <dgm:bulletEnabled val="1"/>
        </dgm:varLst>
        <dgm:choose name="Name74">
          <dgm:if name="Name75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76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77">
        <dgm:if name="Name78" axis="ch" ptType="node" func="cnt" op="gte" val="1">
          <dgm:layoutNode name="childText4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9"/>
      </dgm:choose>
    </dgm:forEach>
    <dgm:forEach name="Name80" axis="ch" ptType="node" st="5" cnt="1">
      <dgm:layoutNode name="parentText5" styleLbl="node1">
        <dgm:varLst>
          <dgm:chMax/>
          <dgm:chPref val="3"/>
          <dgm:bulletEnabled val="1"/>
        </dgm:varLst>
        <dgm:choose name="Name81">
          <dgm:if name="Name82" func="var" arg="dir" op="equ" val="norm">
            <dgm:alg type="tx">
              <dgm:param type="parTxLTRAlign" val="l"/>
            </dgm:alg>
            <dgm:shape xmlns:r="http://schemas.openxmlformats.org/officeDocument/2006/relationships" type="rightArrow" r:blip="">
              <dgm:adjLst>
                <dgm:adj idx="1" val="0.5"/>
                <dgm:adj idx="2" val="0.5"/>
              </dgm:adjLst>
            </dgm:shape>
            <dgm:constrLst>
              <dgm:constr type="lMarg" refType="primFontSz" fact="0.3"/>
              <dgm:constr type="rMarg" val="20"/>
              <dgm:constr type="tMarg" refType="primFontSz" fact="0.3"/>
              <dgm:constr type="bMarg" refType="h" fact="0.45"/>
            </dgm:constrLst>
          </dgm:if>
          <dgm:else name="Name83">
            <dgm:alg type="tx">
              <dgm:param type="parTxLTRAlign" val="r"/>
            </dgm:alg>
            <dgm:shape xmlns:r="http://schemas.openxmlformats.org/officeDocument/2006/relationships" type="leftArrow" r:blip="">
              <dgm:adjLst>
                <dgm:adj idx="1" val="0.5"/>
                <dgm:adj idx="2" val="0.5"/>
              </dgm:adjLst>
            </dgm:shape>
            <dgm:constrLst>
              <dgm:constr type="lMarg" val="20"/>
              <dgm:constr type="rMarg" refType="primFontSz" fact="0.3"/>
              <dgm:constr type="tMarg" refType="primFontSz" fact="0.3"/>
              <dgm:constr type="bMarg" refType="h" fact="0.45"/>
            </dgm:constrLst>
          </dgm:else>
        </dgm:choose>
        <dgm:presOf axis="self" ptType="node"/>
        <dgm:ruleLst>
          <dgm:rule type="primFontSz" val="5" fact="NaN" max="NaN"/>
        </dgm:ruleLst>
      </dgm:layoutNode>
      <dgm:choose name="Name84">
        <dgm:if name="Name85" axis="ch" ptType="node" func="cnt" op="gte" val="1">
          <dgm:layoutNode name="childText5" styleLbl="solidAlignAcc1">
            <dgm:varLst>
              <dgm:chMax val="0"/>
              <dgm:chPref val="0"/>
              <dgm:bulletEnabled val="1"/>
            </dgm:varLst>
            <dgm:alg type="tx">
              <dgm:param type="txAnchorVert" val="t"/>
              <dgm:param type="parTxLTRAlign" val="l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N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104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1231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907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814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18669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3042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5575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655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8583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883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94170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5222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07214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8594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9917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75307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0539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L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NL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NL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N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E30469F-474B-44E0-9013-119402DD7996}" type="datetimeFigureOut">
              <a:rPr lang="en-NL" smtClean="0"/>
              <a:t>27/02/2026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NL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B0140A4C-972B-428C-940D-1DBBE9A66A6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2772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43105-87DE-933C-2922-45EAB18CD7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90" y="710353"/>
            <a:ext cx="4626709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MIND for YottaDB</a:t>
            </a:r>
            <a:endParaRPr lang="en-NL" sz="8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5D5CD-97C2-8F1E-2C9D-A821A6270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3681638"/>
            <a:ext cx="5672176" cy="1503005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MUMPS RPC FRAMEWORK</a:t>
            </a:r>
          </a:p>
        </p:txBody>
      </p:sp>
    </p:spTree>
    <p:extLst>
      <p:ext uri="{BB962C8B-B14F-4D97-AF65-F5344CB8AC3E}">
        <p14:creationId xmlns:p14="http://schemas.microsoft.com/office/powerpoint/2010/main" val="3455864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5D0B-3FF4-4FED-DDC8-D173C440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comment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D4B7A-F343-5BCB-94C9-E80EB92EE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Practically every database in the market has a remote access through sockets</a:t>
            </a:r>
          </a:p>
          <a:p>
            <a:r>
              <a:rPr lang="en-US" dirty="0"/>
              <a:t>One of the main reasons is the growing amount of processed data, leaving horizontal back-end scalability (multiple servers behind a load balancer) accessing a monolithic database a good compromise.</a:t>
            </a:r>
          </a:p>
          <a:p>
            <a:r>
              <a:rPr lang="en-US" dirty="0"/>
              <a:t>At the same time, executing only pure data API running on the server and moving all the business-tiers to external machines increase the power of the database server allowing a monolithic system to handle more traffic.</a:t>
            </a:r>
          </a:p>
          <a:p>
            <a:r>
              <a:rPr lang="en-US" dirty="0" err="1"/>
              <a:t>GTm</a:t>
            </a:r>
            <a:r>
              <a:rPr lang="en-US" dirty="0"/>
              <a:t> and YottaDB don’t have remote access, but I can understand that it is not easy to find the right compromise talking to remote servers with foreign programming languages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24012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73CC-7ECC-7075-0FFC-14EB9A73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B026E-8CEF-8EBE-7D93-0A0EE6BA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Private comment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6879-A4B1-89EF-4659-2698C7501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That’s why Mind fill all the gaps:</a:t>
            </a:r>
          </a:p>
          <a:p>
            <a:pPr lvl="1"/>
            <a:r>
              <a:rPr lang="en-US" dirty="0"/>
              <a:t>Talks M to M programmers and </a:t>
            </a:r>
            <a:r>
              <a:rPr lang="en-US" dirty="0" err="1"/>
              <a:t>js</a:t>
            </a:r>
            <a:r>
              <a:rPr lang="en-US" dirty="0"/>
              <a:t> / java / Go to remote programmers</a:t>
            </a:r>
          </a:p>
          <a:p>
            <a:pPr lvl="1"/>
            <a:r>
              <a:rPr lang="en-US" dirty="0"/>
              <a:t>Expose data in back-end “standard” formats (data-types, Objects) for smoother integration</a:t>
            </a:r>
          </a:p>
          <a:p>
            <a:r>
              <a:rPr lang="en-US" dirty="0"/>
              <a:t>It is the natural “remote extension” of the multi-language packages YottaDB already offers…</a:t>
            </a:r>
          </a:p>
          <a:p>
            <a:r>
              <a:rPr lang="en-US" dirty="0"/>
              <a:t>It removes the need to have ALL the client’s code running on the database server, which is now the case (and, in some situation, a limitation for potential customers)</a:t>
            </a:r>
          </a:p>
          <a:p>
            <a:r>
              <a:rPr lang="en-US" dirty="0"/>
              <a:t>Why not offer both?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0570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599D-DBE5-8AF5-401F-90FC43402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b">
            <a:normAutofit/>
          </a:bodyPr>
          <a:lstStyle/>
          <a:p>
            <a:r>
              <a:rPr lang="en-US" dirty="0"/>
              <a:t>Streamline MUMPS API development with no worries</a:t>
            </a:r>
            <a:endParaRPr lang="en-NL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1D56428-A62A-F147-4135-9F747780E3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635310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952481" y="2495774"/>
          <a:ext cx="8278892" cy="3273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9192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2365-D6CF-DCC8-2123-A23EE2E6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30CC-8AAB-925E-E6E3-3FC92EE1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architecture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201A6-1E38-AF8A-F281-E4573822C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Allow you to execute ONLY database related code on the MUMPS server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Allow you to have multiple back-end servers, sharing the same database, to cope with increasing traffic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Keep the power and speed of the M language for pure database access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 your preferred language for the back-end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3424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51CB98-4580-8873-E0DA-866BC691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3E169-56FE-4A21-427D-DC0431FB1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481" y="800783"/>
            <a:ext cx="8278891" cy="1323867"/>
          </a:xfrm>
        </p:spPr>
        <p:txBody>
          <a:bodyPr anchor="t" anchorCtr="0">
            <a:normAutofit/>
          </a:bodyPr>
          <a:lstStyle/>
          <a:p>
            <a:r>
              <a:rPr lang="en-US" dirty="0"/>
              <a:t>Up and running in no time</a:t>
            </a:r>
            <a:endParaRPr lang="en-NL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1D5E5915-97B8-217F-6F2E-42601C6BF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674732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GraphicFramePr>
        <p:xfrm>
          <a:off x="1952481" y="2495774"/>
          <a:ext cx="8278892" cy="3273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263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ABBE-7B4D-2698-854D-2D649576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E851-7CFF-64B0-4456-D720CAFFC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RESP3 as network protocol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9AAD8-E086-1897-DC4C-F15BFE58A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Introduced by the REDIS storage</a:t>
            </a:r>
          </a:p>
          <a:p>
            <a:r>
              <a:rPr lang="en-US" dirty="0"/>
              <a:t>Simple and easy to parse protocol</a:t>
            </a:r>
          </a:p>
          <a:p>
            <a:r>
              <a:rPr lang="en-US" dirty="0"/>
              <a:t>Solid, fast and safe</a:t>
            </a:r>
          </a:p>
          <a:p>
            <a:r>
              <a:rPr lang="en-US" dirty="0"/>
              <a:t>RESP3 is better than RESP2</a:t>
            </a:r>
          </a:p>
          <a:p>
            <a:pPr lvl="1"/>
            <a:r>
              <a:rPr lang="en-US" dirty="0"/>
              <a:t>It supports more data types than RESP2</a:t>
            </a:r>
          </a:p>
          <a:p>
            <a:pPr lvl="1"/>
            <a:r>
              <a:rPr lang="en-US" dirty="0"/>
              <a:t>It supports async transfers</a:t>
            </a:r>
          </a:p>
          <a:p>
            <a:pPr lvl="1"/>
            <a:r>
              <a:rPr lang="en-US" dirty="0"/>
              <a:t>It supports Verbatim binary strings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2954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F7B5-E215-15E8-0E6C-7178052DD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A8FE-96E8-FA6D-4016-D8C764F7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NL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AC605C-D752-F116-AA72-B9CF1DB4E3CE}"/>
              </a:ext>
            </a:extLst>
          </p:cNvPr>
          <p:cNvSpPr/>
          <p:nvPr/>
        </p:nvSpPr>
        <p:spPr>
          <a:xfrm>
            <a:off x="7259541" y="2668657"/>
            <a:ext cx="3633746" cy="3617843"/>
          </a:xfrm>
          <a:prstGeom prst="roundRect">
            <a:avLst/>
          </a:prstGeom>
          <a:gradFill>
            <a:gsLst>
              <a:gs pos="0">
                <a:schemeClr val="accent5">
                  <a:lumMod val="60000"/>
                  <a:lumOff val="4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F8366A-08FC-4B62-F659-F8D275AAC597}"/>
              </a:ext>
            </a:extLst>
          </p:cNvPr>
          <p:cNvSpPr/>
          <p:nvPr/>
        </p:nvSpPr>
        <p:spPr>
          <a:xfrm>
            <a:off x="1338470" y="3051644"/>
            <a:ext cx="1550504" cy="6626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(nodejs)</a:t>
            </a:r>
            <a:endParaRPr lang="en-NL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C10AFFF-DA9B-3E3C-6714-16FA905FE75B}"/>
              </a:ext>
            </a:extLst>
          </p:cNvPr>
          <p:cNvSpPr/>
          <p:nvPr/>
        </p:nvSpPr>
        <p:spPr>
          <a:xfrm>
            <a:off x="1338470" y="4052184"/>
            <a:ext cx="1550504" cy="6626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(Go)</a:t>
            </a:r>
            <a:endParaRPr lang="en-NL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9EED33-E607-5CC0-F47D-6A0AFB9DA403}"/>
              </a:ext>
            </a:extLst>
          </p:cNvPr>
          <p:cNvSpPr/>
          <p:nvPr/>
        </p:nvSpPr>
        <p:spPr>
          <a:xfrm>
            <a:off x="1338470" y="5138864"/>
            <a:ext cx="1550504" cy="6626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  <a:p>
            <a:pPr algn="ctr"/>
            <a:r>
              <a:rPr lang="en-US" dirty="0"/>
              <a:t>(Python)</a:t>
            </a:r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CD2DF9-1A6F-572C-266F-0B79035EC816}"/>
              </a:ext>
            </a:extLst>
          </p:cNvPr>
          <p:cNvSpPr txBox="1"/>
          <p:nvPr/>
        </p:nvSpPr>
        <p:spPr>
          <a:xfrm>
            <a:off x="9558414" y="5156235"/>
            <a:ext cx="145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YottaDB</a:t>
            </a:r>
          </a:p>
          <a:p>
            <a:r>
              <a:rPr lang="en-US" b="1" dirty="0">
                <a:solidFill>
                  <a:srgbClr val="FFFF00"/>
                </a:solidFill>
              </a:rPr>
              <a:t>database</a:t>
            </a:r>
            <a:endParaRPr lang="en-NL" b="1" dirty="0">
              <a:solidFill>
                <a:srgbClr val="FFFF00"/>
              </a:solidFill>
            </a:endParaRP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AF0D4D83-FFB9-D812-E11C-71E50A30BBF9}"/>
              </a:ext>
            </a:extLst>
          </p:cNvPr>
          <p:cNvSpPr/>
          <p:nvPr/>
        </p:nvSpPr>
        <p:spPr>
          <a:xfrm>
            <a:off x="2888974" y="3098027"/>
            <a:ext cx="4723406" cy="490330"/>
          </a:xfrm>
          <a:prstGeom prst="left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RESP3</a:t>
            </a:r>
            <a:endParaRPr lang="en-NL" dirty="0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37A13D67-DA82-D27B-6B88-B1E07FC7209E}"/>
              </a:ext>
            </a:extLst>
          </p:cNvPr>
          <p:cNvSpPr/>
          <p:nvPr/>
        </p:nvSpPr>
        <p:spPr>
          <a:xfrm>
            <a:off x="2888972" y="4138324"/>
            <a:ext cx="4723405" cy="490330"/>
          </a:xfrm>
          <a:prstGeom prst="left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RESP3</a:t>
            </a:r>
            <a:endParaRPr lang="en-NL" dirty="0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E3BA8613-48BA-FC8A-8823-DD4BC9ECEC69}"/>
              </a:ext>
            </a:extLst>
          </p:cNvPr>
          <p:cNvSpPr/>
          <p:nvPr/>
        </p:nvSpPr>
        <p:spPr>
          <a:xfrm>
            <a:off x="2888974" y="5198496"/>
            <a:ext cx="4723403" cy="490330"/>
          </a:xfrm>
          <a:prstGeom prst="leftRight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RESP3</a:t>
            </a:r>
            <a:endParaRPr lang="en-N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FD9E1B-31B3-11F8-6801-4F5297EB0750}"/>
              </a:ext>
            </a:extLst>
          </p:cNvPr>
          <p:cNvSpPr/>
          <p:nvPr/>
        </p:nvSpPr>
        <p:spPr>
          <a:xfrm>
            <a:off x="7612380" y="2900238"/>
            <a:ext cx="1690646" cy="31546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40358C-B79C-34E5-32A6-106D5E7E633D}"/>
              </a:ext>
            </a:extLst>
          </p:cNvPr>
          <p:cNvSpPr txBox="1"/>
          <p:nvPr/>
        </p:nvSpPr>
        <p:spPr>
          <a:xfrm>
            <a:off x="8174125" y="4099659"/>
            <a:ext cx="97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MIND server</a:t>
            </a:r>
            <a:endParaRPr lang="en-NL" b="1" dirty="0">
              <a:solidFill>
                <a:srgbClr val="FFFF00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C6488715-68F2-020C-4B9A-E33D36AF0032}"/>
              </a:ext>
            </a:extLst>
          </p:cNvPr>
          <p:cNvSpPr/>
          <p:nvPr/>
        </p:nvSpPr>
        <p:spPr>
          <a:xfrm>
            <a:off x="7831537" y="1324137"/>
            <a:ext cx="1252331" cy="1701016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new API</a:t>
            </a:r>
            <a:endParaRPr lang="en-NL" dirty="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5AB315C-7E24-E436-A427-145E05EB83D4}"/>
              </a:ext>
            </a:extLst>
          </p:cNvPr>
          <p:cNvSpPr/>
          <p:nvPr/>
        </p:nvSpPr>
        <p:spPr>
          <a:xfrm>
            <a:off x="1636641" y="1367195"/>
            <a:ext cx="1252331" cy="1701016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Back-end</a:t>
            </a:r>
          </a:p>
          <a:p>
            <a:pPr algn="ctr"/>
            <a:r>
              <a:rPr lang="en-US" dirty="0"/>
              <a:t>API</a:t>
            </a:r>
            <a:endParaRPr lang="en-NL" dirty="0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4CAA5F59-292A-95B6-42BE-6490A52E7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B3C09524-0BFC-9A22-794B-436AC536DD53}"/>
              </a:ext>
            </a:extLst>
          </p:cNvPr>
          <p:cNvSpPr/>
          <p:nvPr/>
        </p:nvSpPr>
        <p:spPr>
          <a:xfrm>
            <a:off x="9750535" y="1243211"/>
            <a:ext cx="1252331" cy="1701016"/>
          </a:xfrm>
          <a:prstGeom prst="wedgeRound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existing code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59193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3D21D-EF3C-1ED8-EACA-F923DB42E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you need is JSON to describe your API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49666-8BA1-23D6-229C-0AB36944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your procedures / functions with parameters name and data-types</a:t>
            </a:r>
          </a:p>
          <a:p>
            <a:r>
              <a:rPr lang="en-US" dirty="0"/>
              <a:t>Describe your (optional) return value data-type</a:t>
            </a:r>
          </a:p>
          <a:p>
            <a:r>
              <a:rPr lang="en-US" dirty="0"/>
              <a:t>Create a tree structure to group your methods</a:t>
            </a:r>
          </a:p>
          <a:p>
            <a:r>
              <a:rPr lang="en-US" dirty="0"/>
              <a:t>Optionally, add M shared variables names to keep process-context in place</a:t>
            </a:r>
          </a:p>
          <a:p>
            <a:r>
              <a:rPr lang="en-US" dirty="0"/>
              <a:t>Optionally, add read-only value (in several data-types) that will appear as “properties” in the tree structure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58801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38FE-D592-6E73-C864-BC346F3D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and execute M code in 3 minutes</a:t>
            </a:r>
            <a:endParaRPr lang="en-NL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0FBF0F-89D4-2852-1FC1-C4E5912676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5243221"/>
              </p:ext>
            </p:extLst>
          </p:nvPr>
        </p:nvGraphicFramePr>
        <p:xfrm>
          <a:off x="1155700" y="2173357"/>
          <a:ext cx="10015883" cy="4439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1963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F3D6-9CF4-AB0F-7C86-99C919DD4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still have full remote access to YDB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E1B68-CFBA-9041-161A-56428EE8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Built-in objects in the client allow direct access to the following:</a:t>
            </a:r>
          </a:p>
          <a:p>
            <a:pPr lvl="1"/>
            <a:r>
              <a:rPr lang="en-US" dirty="0"/>
              <a:t>Globals</a:t>
            </a:r>
          </a:p>
          <a:p>
            <a:pPr lvl="1"/>
            <a:r>
              <a:rPr lang="en-US" dirty="0"/>
              <a:t>Vars</a:t>
            </a:r>
          </a:p>
          <a:p>
            <a:pPr lvl="1"/>
            <a:r>
              <a:rPr lang="en-US" dirty="0"/>
              <a:t>File system</a:t>
            </a:r>
          </a:p>
          <a:p>
            <a:pPr lvl="1"/>
            <a:r>
              <a:rPr lang="en-US" dirty="0"/>
              <a:t>Process</a:t>
            </a:r>
          </a:p>
          <a:p>
            <a:pPr lvl="1"/>
            <a:r>
              <a:rPr lang="en-US" dirty="0"/>
              <a:t>Server</a:t>
            </a:r>
          </a:p>
          <a:p>
            <a:r>
              <a:rPr lang="en-US" dirty="0"/>
              <a:t>The client-side methods follow the client language naming, syntax and conventions, making the life easy to back-end programmers</a:t>
            </a:r>
          </a:p>
        </p:txBody>
      </p:sp>
    </p:spTree>
    <p:extLst>
      <p:ext uri="{BB962C8B-B14F-4D97-AF65-F5344CB8AC3E}">
        <p14:creationId xmlns:p14="http://schemas.microsoft.com/office/powerpoint/2010/main" val="16434434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FF1B-F9AC-D8C7-D9EF-A0FC34AD1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Designed for programmers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88B97-6A21-F842-82B1-F8FFAB38D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expose a wide range of tools to help you debug problems and improve performances:</a:t>
            </a:r>
          </a:p>
          <a:p>
            <a:pPr lvl="1"/>
            <a:r>
              <a:rPr lang="en-US" dirty="0"/>
              <a:t>Dump the request</a:t>
            </a:r>
          </a:p>
          <a:p>
            <a:pPr lvl="1"/>
            <a:r>
              <a:rPr lang="en-US" dirty="0"/>
              <a:t>Dump the response</a:t>
            </a:r>
          </a:p>
          <a:p>
            <a:pPr lvl="1"/>
            <a:r>
              <a:rPr lang="en-US" dirty="0"/>
              <a:t>Dump the timing in microseconds</a:t>
            </a:r>
          </a:p>
          <a:p>
            <a:pPr lvl="1"/>
            <a:r>
              <a:rPr lang="en-US" dirty="0"/>
              <a:t>Add custom log messages in the server console, also in colors (to stand out) for debugging purposes</a:t>
            </a:r>
          </a:p>
          <a:p>
            <a:r>
              <a:rPr lang="en-US" dirty="0"/>
              <a:t>RESP3 library, to bypass the framework and make manual calls</a:t>
            </a:r>
          </a:p>
          <a:p>
            <a:r>
              <a:rPr lang="en-US" dirty="0"/>
              <a:t>Built-in objects, to perform pre-compiled disk, variables, globals and process utilities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63323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F876-DA93-1729-16F9-4679C8BBE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for the future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36BA7-2755-5F52-756F-939E758F9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DBMS class </a:t>
            </a:r>
          </a:p>
          <a:p>
            <a:pPr lvl="1"/>
            <a:r>
              <a:rPr lang="en-US" dirty="0"/>
              <a:t>will expose a JSON / Object database</a:t>
            </a:r>
          </a:p>
          <a:p>
            <a:pPr lvl="1"/>
            <a:r>
              <a:rPr lang="en-US" dirty="0"/>
              <a:t>It will allow tables linking in a similar way Fileman does</a:t>
            </a:r>
          </a:p>
          <a:p>
            <a:pPr lvl="1"/>
            <a:r>
              <a:rPr lang="en-US" dirty="0"/>
              <a:t>It will support deep-indexing (indexes of fields deep into object props and arrays)</a:t>
            </a:r>
          </a:p>
          <a:p>
            <a:pPr lvl="1"/>
            <a:r>
              <a:rPr lang="en-US" dirty="0"/>
              <a:t>It will use the client-side to execute commands directly</a:t>
            </a:r>
          </a:p>
          <a:p>
            <a:r>
              <a:rPr lang="en-US" dirty="0"/>
              <a:t>The DB class:</a:t>
            </a:r>
          </a:p>
          <a:p>
            <a:pPr lvl="1"/>
            <a:r>
              <a:rPr lang="en-US" dirty="0"/>
              <a:t>Will expose an advanced global search (using the ZWRITE call from the GUI that allows:</a:t>
            </a:r>
          </a:p>
          <a:p>
            <a:pPr lvl="2"/>
            <a:r>
              <a:rPr lang="en-US" dirty="0"/>
              <a:t>Ranges on subscripts</a:t>
            </a:r>
          </a:p>
          <a:p>
            <a:pPr lvl="2"/>
            <a:r>
              <a:rPr lang="en-US" dirty="0"/>
              <a:t>Search backwards (still using ranges)</a:t>
            </a:r>
          </a:p>
          <a:p>
            <a:pPr lvl="2"/>
            <a:r>
              <a:rPr lang="en-US"/>
              <a:t>Directly supports </a:t>
            </a:r>
            <a:r>
              <a:rPr lang="en-US" dirty="0"/>
              <a:t>lazy-fetching (needed for large global)</a:t>
            </a:r>
          </a:p>
          <a:p>
            <a:endParaRPr lang="en-US" dirty="0"/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456717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</TotalTime>
  <Words>985</Words>
  <Application>Microsoft Office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MIND for YottaDB</vt:lpstr>
      <vt:lpstr>Private comment</vt:lpstr>
      <vt:lpstr>Private comment</vt:lpstr>
      <vt:lpstr>Streamline MUMPS API development with no worries</vt:lpstr>
      <vt:lpstr>Distributed architecture</vt:lpstr>
      <vt:lpstr>Up and running in no time</vt:lpstr>
      <vt:lpstr>RESP3 as network protocol</vt:lpstr>
      <vt:lpstr>Architecture</vt:lpstr>
      <vt:lpstr>All you need is JSON to describe your API</vt:lpstr>
      <vt:lpstr>Create and execute M code in 3 minutes</vt:lpstr>
      <vt:lpstr>Can still have full remote access to YDB</vt:lpstr>
      <vt:lpstr>Designed for programmers</vt:lpstr>
      <vt:lpstr>What’s in for the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Stefano Lalli</dc:creator>
  <cp:lastModifiedBy>Stefano Lalli</cp:lastModifiedBy>
  <cp:revision>15</cp:revision>
  <dcterms:created xsi:type="dcterms:W3CDTF">2026-02-21T16:55:37Z</dcterms:created>
  <dcterms:modified xsi:type="dcterms:W3CDTF">2026-02-27T15:56:46Z</dcterms:modified>
</cp:coreProperties>
</file>