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59" r:id="rId4"/>
    <p:sldId id="264" r:id="rId5"/>
    <p:sldId id="257" r:id="rId6"/>
    <p:sldId id="262" r:id="rId7"/>
    <p:sldId id="263" r:id="rId8"/>
    <p:sldId id="261" r:id="rId9"/>
    <p:sldId id="26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using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Simple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using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Easy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10" y="1598246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>
                <a:solidFill>
                  <a:srgbClr val="FFFFFF"/>
                </a:solidFill>
              </a:rPr>
              <a:t>MIND for YottaDB</a:t>
            </a:r>
            <a:endParaRPr lang="en-NL" sz="80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1590840"/>
            <a:ext cx="5672176" cy="5095221"/>
          </a:xfrm>
        </p:spPr>
        <p:txBody>
          <a:bodyPr>
            <a:normAutofit/>
          </a:bodyPr>
          <a:lstStyle/>
          <a:p>
            <a:pPr algn="l"/>
            <a:r>
              <a:rPr lang="en-US" sz="4400">
                <a:solidFill>
                  <a:srgbClr val="FFFFFF"/>
                </a:solidFill>
              </a:rPr>
              <a:t>A remote MUMPS API Framework</a:t>
            </a:r>
            <a:endParaRPr lang="en-NL" sz="4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654387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58661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909B-EE31-EFAE-7A0A-716460177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</a:t>
            </a:r>
            <a:r>
              <a:rPr lang="en-US" dirty="0" err="1"/>
              <a:t>clientarchitecture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D319E-4957-2EE4-4C13-0595662B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3037840"/>
            <a:ext cx="8825659" cy="3416300"/>
          </a:xfrm>
        </p:spPr>
        <p:txBody>
          <a:bodyPr/>
          <a:lstStyle/>
          <a:p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F072E5-7887-F607-BF39-D96818D9FA72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498F2A-2B3E-EC6E-3370-BDA6ECEEBCD1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17F3A1-D3FE-2883-548B-55FBC5FAB49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CB8825-4B0A-2B99-5CCA-B5B43ED68D5E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DF86D-A187-60DE-9EAA-60488AC3907E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8B874837-BD2C-4052-D10C-2C6FD0E0B0CD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61A8CD9-16B7-755F-4E8A-F0E7175BCAB8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6DFC8CCF-17FF-8005-BDBE-EC14BF92D6E8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353F4B-EBEF-762E-C172-A1A47A2201EF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BB92C-848E-CB9F-39FD-089BE313EB37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112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pic>
        <p:nvPicPr>
          <p:cNvPr id="13" name="Camera 12">
            <a:extLst>
              <a:ext uri="{FF2B5EF4-FFF2-40B4-BE49-F238E27FC236}">
                <a16:creationId xmlns:a16="http://schemas.microsoft.com/office/drawing/2014/main" id="{3C17FA10-EDFB-16B2-6C59-263F04D3357F}"/>
              </a:ext>
            </a:extLst>
          </p:cNvPr>
          <p:cNvPicPr>
            <a:picLocks noGrp="1"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700" y="3038475"/>
            <a:ext cx="8824913" cy="341630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F8366A-08FC-4B62-F659-F8D275AAC597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0AFFF-DA9B-3E3C-6714-16FA905FE75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 layer API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1636641" y="1367195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DC185-0273-5F80-868C-0BB3B7C2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7AA2B-1A44-5B47-5FA9-76DF0396F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 err="1"/>
              <a:t>fdssdf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088B2664-C99A-188C-C5EF-0529B0374B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0101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557</Words>
  <Application>Microsoft Office PowerPoint</Application>
  <PresentationFormat>Widescreen</PresentationFormat>
  <Paragraphs>81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Ion Boardroom</vt:lpstr>
      <vt:lpstr>MIND for YottaDB</vt:lpstr>
      <vt:lpstr>Streamline MUMPS API development with no worries</vt:lpstr>
      <vt:lpstr>Up and running in no time</vt:lpstr>
      <vt:lpstr>Distributed architecture</vt:lpstr>
      <vt:lpstr>RESP3 as network protocol</vt:lpstr>
      <vt:lpstr>Multiple clientarchitecture</vt:lpstr>
      <vt:lpstr>Architecture</vt:lpstr>
      <vt:lpstr>fdssdf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5</cp:revision>
  <dcterms:created xsi:type="dcterms:W3CDTF">2026-02-21T16:55:37Z</dcterms:created>
  <dcterms:modified xsi:type="dcterms:W3CDTF">2026-02-21T20:18:50Z</dcterms:modified>
</cp:coreProperties>
</file>